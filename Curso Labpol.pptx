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63" r:id="rId2"/>
    <p:sldId id="265" r:id="rId3"/>
    <p:sldId id="305" r:id="rId4"/>
    <p:sldId id="264" r:id="rId5"/>
    <p:sldId id="268" r:id="rId6"/>
    <p:sldId id="271" r:id="rId7"/>
    <p:sldId id="266" r:id="rId8"/>
    <p:sldId id="303" r:id="rId9"/>
    <p:sldId id="313" r:id="rId10"/>
    <p:sldId id="317" r:id="rId11"/>
    <p:sldId id="316" r:id="rId12"/>
    <p:sldId id="318" r:id="rId13"/>
    <p:sldId id="310" r:id="rId14"/>
    <p:sldId id="308" r:id="rId15"/>
    <p:sldId id="312" r:id="rId16"/>
    <p:sldId id="314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7968"/>
    <a:srgbClr val="468783"/>
    <a:srgbClr val="B1FCF1"/>
    <a:srgbClr val="000000"/>
    <a:srgbClr val="0C3338"/>
    <a:srgbClr val="0C3035"/>
    <a:srgbClr val="0C3237"/>
    <a:srgbClr val="0826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61E8E-317D-4811-9537-7BF7349D69C5}" v="2827" dt="2025-11-12T18:17:57.104"/>
    <p1510:client id="{9A9F2A36-B4CA-4E72-AAF2-E8D18936A5E3}" v="3436" dt="2025-11-12T01:55:08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ra de Souza" userId="3ab27e812772591b" providerId="LiveId" clId="{FB76351C-C88C-4DC7-8961-A107766A33A3}"/>
    <pc:docChg chg="undo custSel addSld delSld modSld sldOrd delMainMaster">
      <pc:chgData name="Zara de Souza" userId="3ab27e812772591b" providerId="LiveId" clId="{FB76351C-C88C-4DC7-8961-A107766A33A3}" dt="2025-11-12T18:17:57.104" v="2986"/>
      <pc:docMkLst>
        <pc:docMk/>
      </pc:docMkLst>
      <pc:sldChg chg="addSp modSp new del mod">
        <pc:chgData name="Zara de Souza" userId="3ab27e812772591b" providerId="LiveId" clId="{FB76351C-C88C-4DC7-8961-A107766A33A3}" dt="2025-11-12T00:56:52.042" v="2066" actId="47"/>
        <pc:sldMkLst>
          <pc:docMk/>
          <pc:sldMk cId="3984849065" sldId="256"/>
        </pc:sldMkLst>
        <pc:spChg chg="add mod">
          <ac:chgData name="Zara de Souza" userId="3ab27e812772591b" providerId="LiveId" clId="{FB76351C-C88C-4DC7-8961-A107766A33A3}" dt="2025-11-11T22:12:22.307" v="53" actId="1076"/>
          <ac:spMkLst>
            <pc:docMk/>
            <pc:sldMk cId="3984849065" sldId="256"/>
            <ac:spMk id="3" creationId="{AD08ACBC-7724-A3F3-1949-37DF27A81FBE}"/>
          </ac:spMkLst>
        </pc:spChg>
        <pc:spChg chg="add">
          <ac:chgData name="Zara de Souza" userId="3ab27e812772591b" providerId="LiveId" clId="{FB76351C-C88C-4DC7-8961-A107766A33A3}" dt="2025-11-11T22:12:18.747" v="51" actId="22"/>
          <ac:spMkLst>
            <pc:docMk/>
            <pc:sldMk cId="3984849065" sldId="256"/>
            <ac:spMk id="5" creationId="{06118B05-A50B-88BF-A93E-2391FF79726A}"/>
          </ac:spMkLst>
        </pc:spChg>
        <pc:spChg chg="add mod">
          <ac:chgData name="Zara de Souza" userId="3ab27e812772591b" providerId="LiveId" clId="{FB76351C-C88C-4DC7-8961-A107766A33A3}" dt="2025-11-11T22:12:51.979" v="103" actId="20577"/>
          <ac:spMkLst>
            <pc:docMk/>
            <pc:sldMk cId="3984849065" sldId="256"/>
            <ac:spMk id="6" creationId="{E1E562E5-7995-BB78-E9C2-9FF12D634E6D}"/>
          </ac:spMkLst>
        </pc:spChg>
      </pc:sldChg>
      <pc:sldChg chg="addSp delSp modSp new mod">
        <pc:chgData name="Zara de Souza" userId="3ab27e812772591b" providerId="LiveId" clId="{FB76351C-C88C-4DC7-8961-A107766A33A3}" dt="2025-11-11T22:23:02.625" v="391" actId="12"/>
        <pc:sldMkLst>
          <pc:docMk/>
          <pc:sldMk cId="3435223355" sldId="257"/>
        </pc:sldMkLst>
        <pc:spChg chg="mod">
          <ac:chgData name="Zara de Souza" userId="3ab27e812772591b" providerId="LiveId" clId="{FB76351C-C88C-4DC7-8961-A107766A33A3}" dt="2025-11-11T22:20:20.750" v="329" actId="20577"/>
          <ac:spMkLst>
            <pc:docMk/>
            <pc:sldMk cId="3435223355" sldId="257"/>
            <ac:spMk id="2" creationId="{DE7C6B24-C6F6-91F5-8731-9E1B180B88F6}"/>
          </ac:spMkLst>
        </pc:spChg>
        <pc:spChg chg="del mod">
          <ac:chgData name="Zara de Souza" userId="3ab27e812772591b" providerId="LiveId" clId="{FB76351C-C88C-4DC7-8961-A107766A33A3}" dt="2025-11-11T22:21:33.611" v="330" actId="478"/>
          <ac:spMkLst>
            <pc:docMk/>
            <pc:sldMk cId="3435223355" sldId="257"/>
            <ac:spMk id="3" creationId="{C8318B94-FEA7-0A8E-B9FF-92B347CC0513}"/>
          </ac:spMkLst>
        </pc:spChg>
        <pc:spChg chg="add del mod">
          <ac:chgData name="Zara de Souza" userId="3ab27e812772591b" providerId="LiveId" clId="{FB76351C-C88C-4DC7-8961-A107766A33A3}" dt="2025-11-11T22:21:39.440" v="332" actId="478"/>
          <ac:spMkLst>
            <pc:docMk/>
            <pc:sldMk cId="3435223355" sldId="257"/>
            <ac:spMk id="5" creationId="{166D8813-CFAD-463A-CF2D-173C58C5C14E}"/>
          </ac:spMkLst>
        </pc:spChg>
        <pc:spChg chg="add">
          <ac:chgData name="Zara de Souza" userId="3ab27e812772591b" providerId="LiveId" clId="{FB76351C-C88C-4DC7-8961-A107766A33A3}" dt="2025-11-11T22:21:33.898" v="331"/>
          <ac:spMkLst>
            <pc:docMk/>
            <pc:sldMk cId="3435223355" sldId="257"/>
            <ac:spMk id="6" creationId="{03B0FECC-D781-B5FE-2BF4-7FFCC29797B2}"/>
          </ac:spMkLst>
        </pc:spChg>
        <pc:spChg chg="add">
          <ac:chgData name="Zara de Souza" userId="3ab27e812772591b" providerId="LiveId" clId="{FB76351C-C88C-4DC7-8961-A107766A33A3}" dt="2025-11-11T22:21:39.829" v="333"/>
          <ac:spMkLst>
            <pc:docMk/>
            <pc:sldMk cId="3435223355" sldId="257"/>
            <ac:spMk id="7" creationId="{DC7A1F03-E365-A8EB-B6CD-6809E8436ECF}"/>
          </ac:spMkLst>
        </pc:spChg>
        <pc:spChg chg="add mod">
          <ac:chgData name="Zara de Souza" userId="3ab27e812772591b" providerId="LiveId" clId="{FB76351C-C88C-4DC7-8961-A107766A33A3}" dt="2025-11-11T22:23:02.625" v="391" actId="12"/>
          <ac:spMkLst>
            <pc:docMk/>
            <pc:sldMk cId="3435223355" sldId="257"/>
            <ac:spMk id="8" creationId="{FCC70AB5-1B13-3212-2870-34275B7958C0}"/>
          </ac:spMkLst>
        </pc:spChg>
        <pc:spChg chg="add">
          <ac:chgData name="Zara de Souza" userId="3ab27e812772591b" providerId="LiveId" clId="{FB76351C-C88C-4DC7-8961-A107766A33A3}" dt="2025-11-11T22:21:55.037" v="335"/>
          <ac:spMkLst>
            <pc:docMk/>
            <pc:sldMk cId="3435223355" sldId="257"/>
            <ac:spMk id="9" creationId="{77E02707-EF55-79FB-BA4B-87D934CC26A4}"/>
          </ac:spMkLst>
        </pc:spChg>
        <pc:spChg chg="add">
          <ac:chgData name="Zara de Souza" userId="3ab27e812772591b" providerId="LiveId" clId="{FB76351C-C88C-4DC7-8961-A107766A33A3}" dt="2025-11-11T22:21:58.891" v="339"/>
          <ac:spMkLst>
            <pc:docMk/>
            <pc:sldMk cId="3435223355" sldId="257"/>
            <ac:spMk id="10" creationId="{FEC6AC6F-E553-433E-72A2-190D46C9A86D}"/>
          </ac:spMkLst>
        </pc:spChg>
      </pc:sldChg>
      <pc:sldChg chg="addSp delSp modSp new del mod">
        <pc:chgData name="Zara de Souza" userId="3ab27e812772591b" providerId="LiveId" clId="{FB76351C-C88C-4DC7-8961-A107766A33A3}" dt="2025-11-12T00:56:57.435" v="2071" actId="47"/>
        <pc:sldMkLst>
          <pc:docMk/>
          <pc:sldMk cId="615801867" sldId="258"/>
        </pc:sldMkLst>
        <pc:spChg chg="add del mod">
          <ac:chgData name="Zara de Souza" userId="3ab27e812772591b" providerId="LiveId" clId="{FB76351C-C88C-4DC7-8961-A107766A33A3}" dt="2025-11-11T22:13:16.345" v="106" actId="478"/>
          <ac:spMkLst>
            <pc:docMk/>
            <pc:sldMk cId="615801867" sldId="258"/>
            <ac:spMk id="2" creationId="{65AE3972-185C-AC2B-6E36-5C91315B6F66}"/>
          </ac:spMkLst>
        </pc:spChg>
        <pc:spChg chg="add mod">
          <ac:chgData name="Zara de Souza" userId="3ab27e812772591b" providerId="LiveId" clId="{FB76351C-C88C-4DC7-8961-A107766A33A3}" dt="2025-11-11T22:19:35.594" v="288" actId="20577"/>
          <ac:spMkLst>
            <pc:docMk/>
            <pc:sldMk cId="615801867" sldId="258"/>
            <ac:spMk id="4" creationId="{65C13BE3-2156-9850-F00C-A59653E7E9DB}"/>
          </ac:spMkLst>
        </pc:spChg>
      </pc:sldChg>
      <pc:sldChg chg="addSp modSp new del mod ord">
        <pc:chgData name="Zara de Souza" userId="3ab27e812772591b" providerId="LiveId" clId="{FB76351C-C88C-4DC7-8961-A107766A33A3}" dt="2025-11-12T00:56:52.589" v="2067" actId="47"/>
        <pc:sldMkLst>
          <pc:docMk/>
          <pc:sldMk cId="2804338386" sldId="259"/>
        </pc:sldMkLst>
        <pc:spChg chg="mod">
          <ac:chgData name="Zara de Souza" userId="3ab27e812772591b" providerId="LiveId" clId="{FB76351C-C88C-4DC7-8961-A107766A33A3}" dt="2025-11-11T22:13:38.884" v="123" actId="20577"/>
          <ac:spMkLst>
            <pc:docMk/>
            <pc:sldMk cId="2804338386" sldId="259"/>
            <ac:spMk id="2" creationId="{BED5590F-0206-516C-DF55-D1AFE36C69A9}"/>
          </ac:spMkLst>
        </pc:spChg>
        <pc:spChg chg="add mod">
          <ac:chgData name="Zara de Souza" userId="3ab27e812772591b" providerId="LiveId" clId="{FB76351C-C88C-4DC7-8961-A107766A33A3}" dt="2025-11-11T22:20:07.581" v="320" actId="404"/>
          <ac:spMkLst>
            <pc:docMk/>
            <pc:sldMk cId="2804338386" sldId="259"/>
            <ac:spMk id="3" creationId="{F45429D8-9B65-E7E3-FAC6-8154703037C2}"/>
          </ac:spMkLst>
        </pc:spChg>
        <pc:spChg chg="add mod">
          <ac:chgData name="Zara de Souza" userId="3ab27e812772591b" providerId="LiveId" clId="{FB76351C-C88C-4DC7-8961-A107766A33A3}" dt="2025-11-11T22:20:13.162" v="323" actId="27636"/>
          <ac:spMkLst>
            <pc:docMk/>
            <pc:sldMk cId="2804338386" sldId="259"/>
            <ac:spMk id="4" creationId="{9572D197-AB8D-953B-2950-5709203B6062}"/>
          </ac:spMkLst>
        </pc:spChg>
        <pc:spChg chg="add mod">
          <ac:chgData name="Zara de Souza" userId="3ab27e812772591b" providerId="LiveId" clId="{FB76351C-C88C-4DC7-8961-A107766A33A3}" dt="2025-11-11T22:20:10.047" v="321" actId="108"/>
          <ac:spMkLst>
            <pc:docMk/>
            <pc:sldMk cId="2804338386" sldId="259"/>
            <ac:spMk id="5" creationId="{FFB7A483-C443-FDC2-DE63-5D7B6396B507}"/>
          </ac:spMkLst>
        </pc:spChg>
      </pc:sldChg>
      <pc:sldChg chg="add del">
        <pc:chgData name="Zara de Souza" userId="3ab27e812772591b" providerId="LiveId" clId="{FB76351C-C88C-4DC7-8961-A107766A33A3}" dt="2025-11-12T00:56:53.846" v="2068" actId="47"/>
        <pc:sldMkLst>
          <pc:docMk/>
          <pc:sldMk cId="1055438996" sldId="260"/>
        </pc:sldMkLst>
      </pc:sldChg>
      <pc:sldChg chg="addSp modSp new del mod">
        <pc:chgData name="Zara de Souza" userId="3ab27e812772591b" providerId="LiveId" clId="{FB76351C-C88C-4DC7-8961-A107766A33A3}" dt="2025-11-12T00:56:54.553" v="2069" actId="47"/>
        <pc:sldMkLst>
          <pc:docMk/>
          <pc:sldMk cId="2744036077" sldId="261"/>
        </pc:sldMkLst>
        <pc:spChg chg="mod">
          <ac:chgData name="Zara de Souza" userId="3ab27e812772591b" providerId="LiveId" clId="{FB76351C-C88C-4DC7-8961-A107766A33A3}" dt="2025-11-11T22:30:03.146" v="436" actId="14100"/>
          <ac:spMkLst>
            <pc:docMk/>
            <pc:sldMk cId="2744036077" sldId="261"/>
            <ac:spMk id="2" creationId="{E7270063-04AD-71BD-4BE8-C3323FEFDB80}"/>
          </ac:spMkLst>
        </pc:spChg>
        <pc:spChg chg="mod">
          <ac:chgData name="Zara de Souza" userId="3ab27e812772591b" providerId="LiveId" clId="{FB76351C-C88C-4DC7-8961-A107766A33A3}" dt="2025-11-11T22:29:50.206" v="428" actId="20577"/>
          <ac:spMkLst>
            <pc:docMk/>
            <pc:sldMk cId="2744036077" sldId="261"/>
            <ac:spMk id="3" creationId="{2206DBD8-129C-1F66-E785-0056EDFFC0F5}"/>
          </ac:spMkLst>
        </pc:spChg>
        <pc:spChg chg="add mod">
          <ac:chgData name="Zara de Souza" userId="3ab27e812772591b" providerId="LiveId" clId="{FB76351C-C88C-4DC7-8961-A107766A33A3}" dt="2025-11-11T22:29:59.571" v="435" actId="5793"/>
          <ac:spMkLst>
            <pc:docMk/>
            <pc:sldMk cId="2744036077" sldId="261"/>
            <ac:spMk id="4" creationId="{E45F0BD2-7230-D698-2953-4C48FE11F7E6}"/>
          </ac:spMkLst>
        </pc:spChg>
        <pc:spChg chg="add mod">
          <ac:chgData name="Zara de Souza" userId="3ab27e812772591b" providerId="LiveId" clId="{FB76351C-C88C-4DC7-8961-A107766A33A3}" dt="2025-11-11T22:29:38.540" v="416"/>
          <ac:spMkLst>
            <pc:docMk/>
            <pc:sldMk cId="2744036077" sldId="261"/>
            <ac:spMk id="6" creationId="{A3E62F7B-7E53-4878-7A2F-CEEF4014914F}"/>
          </ac:spMkLst>
        </pc:spChg>
        <pc:spChg chg="add mod">
          <ac:chgData name="Zara de Souza" userId="3ab27e812772591b" providerId="LiveId" clId="{FB76351C-C88C-4DC7-8961-A107766A33A3}" dt="2025-11-11T22:32:45.246" v="596" actId="13926"/>
          <ac:spMkLst>
            <pc:docMk/>
            <pc:sldMk cId="2744036077" sldId="261"/>
            <ac:spMk id="7" creationId="{61CED387-E1CF-B977-B28E-4975A8C5C595}"/>
          </ac:spMkLst>
        </pc:spChg>
        <pc:spChg chg="add mod">
          <ac:chgData name="Zara de Souza" userId="3ab27e812772591b" providerId="LiveId" clId="{FB76351C-C88C-4DC7-8961-A107766A33A3}" dt="2025-11-11T22:33:07.203" v="693" actId="20577"/>
          <ac:spMkLst>
            <pc:docMk/>
            <pc:sldMk cId="2744036077" sldId="261"/>
            <ac:spMk id="8" creationId="{75D26CAC-E2D7-D0FC-805F-761E03C4B3D4}"/>
          </ac:spMkLst>
        </pc:spChg>
      </pc:sldChg>
      <pc:sldChg chg="del">
        <pc:chgData name="Zara de Souza" userId="3ab27e812772591b" providerId="LiveId" clId="{FB76351C-C88C-4DC7-8961-A107766A33A3}" dt="2025-11-12T01:44:28.968" v="2873" actId="47"/>
        <pc:sldMkLst>
          <pc:docMk/>
          <pc:sldMk cId="1564376374" sldId="262"/>
        </pc:sldMkLst>
      </pc:sldChg>
      <pc:sldChg chg="modSp mod">
        <pc:chgData name="Zara de Souza" userId="3ab27e812772591b" providerId="LiveId" clId="{FB76351C-C88C-4DC7-8961-A107766A33A3}" dt="2025-11-12T13:04:34.559" v="2928" actId="20577"/>
        <pc:sldMkLst>
          <pc:docMk/>
          <pc:sldMk cId="2675433143" sldId="265"/>
        </pc:sldMkLst>
        <pc:spChg chg="mod">
          <ac:chgData name="Zara de Souza" userId="3ab27e812772591b" providerId="LiveId" clId="{FB76351C-C88C-4DC7-8961-A107766A33A3}" dt="2025-11-12T13:04:34.559" v="2928" actId="20577"/>
          <ac:spMkLst>
            <pc:docMk/>
            <pc:sldMk cId="2675433143" sldId="265"/>
            <ac:spMk id="291" creationId="{00000000-0000-0000-0000-000000000000}"/>
          </ac:spMkLst>
        </pc:spChg>
      </pc:sldChg>
      <pc:sldChg chg="modSp mod">
        <pc:chgData name="Zara de Souza" userId="3ab27e812772591b" providerId="LiveId" clId="{FB76351C-C88C-4DC7-8961-A107766A33A3}" dt="2025-11-12T13:46:16.004" v="2936" actId="6549"/>
        <pc:sldMkLst>
          <pc:docMk/>
          <pc:sldMk cId="1800012715" sldId="266"/>
        </pc:sldMkLst>
        <pc:spChg chg="mod">
          <ac:chgData name="Zara de Souza" userId="3ab27e812772591b" providerId="LiveId" clId="{FB76351C-C88C-4DC7-8961-A107766A33A3}" dt="2025-11-12T13:46:16.004" v="2936" actId="6549"/>
          <ac:spMkLst>
            <pc:docMk/>
            <pc:sldMk cId="1800012715" sldId="266"/>
            <ac:spMk id="29" creationId="{5FDF04FB-4D0D-2F52-FABE-67DEF8212906}"/>
          </ac:spMkLst>
        </pc:spChg>
      </pc:sldChg>
      <pc:sldChg chg="delSp modSp mod">
        <pc:chgData name="Zara de Souza" userId="3ab27e812772591b" providerId="LiveId" clId="{FB76351C-C88C-4DC7-8961-A107766A33A3}" dt="2025-11-12T13:37:56.766" v="2934" actId="20577"/>
        <pc:sldMkLst>
          <pc:docMk/>
          <pc:sldMk cId="1089099428" sldId="271"/>
        </pc:sldMkLst>
        <pc:spChg chg="mod">
          <ac:chgData name="Zara de Souza" userId="3ab27e812772591b" providerId="LiveId" clId="{FB76351C-C88C-4DC7-8961-A107766A33A3}" dt="2025-11-12T00:20:59.787" v="1799" actId="20577"/>
          <ac:spMkLst>
            <pc:docMk/>
            <pc:sldMk cId="1089099428" sldId="271"/>
            <ac:spMk id="22" creationId="{602F2A95-C4B4-9264-7A4B-EE8E27EC6B15}"/>
          </ac:spMkLst>
        </pc:spChg>
        <pc:spChg chg="mod">
          <ac:chgData name="Zara de Souza" userId="3ab27e812772591b" providerId="LiveId" clId="{FB76351C-C88C-4DC7-8961-A107766A33A3}" dt="2025-11-12T00:17:42.290" v="1704" actId="21"/>
          <ac:spMkLst>
            <pc:docMk/>
            <pc:sldMk cId="1089099428" sldId="271"/>
            <ac:spMk id="23" creationId="{6CCBFC45-D5D0-C71E-0FD3-D07035B4AD89}"/>
          </ac:spMkLst>
        </pc:spChg>
        <pc:spChg chg="del">
          <ac:chgData name="Zara de Souza" userId="3ab27e812772591b" providerId="LiveId" clId="{FB76351C-C88C-4DC7-8961-A107766A33A3}" dt="2025-11-12T00:16:55.750" v="1649" actId="478"/>
          <ac:spMkLst>
            <pc:docMk/>
            <pc:sldMk cId="1089099428" sldId="271"/>
            <ac:spMk id="25" creationId="{47B324E9-1261-B4EF-E137-32CDF4AAAF16}"/>
          </ac:spMkLst>
        </pc:spChg>
        <pc:spChg chg="mod">
          <ac:chgData name="Zara de Souza" userId="3ab27e812772591b" providerId="LiveId" clId="{FB76351C-C88C-4DC7-8961-A107766A33A3}" dt="2025-11-12T00:21:13.965" v="1804" actId="20577"/>
          <ac:spMkLst>
            <pc:docMk/>
            <pc:sldMk cId="1089099428" sldId="271"/>
            <ac:spMk id="26" creationId="{197BD848-A0EB-2938-129C-E12ED91AE22D}"/>
          </ac:spMkLst>
        </pc:spChg>
        <pc:spChg chg="mod">
          <ac:chgData name="Zara de Souza" userId="3ab27e812772591b" providerId="LiveId" clId="{FB76351C-C88C-4DC7-8961-A107766A33A3}" dt="2025-11-12T00:17:56.781" v="1711" actId="21"/>
          <ac:spMkLst>
            <pc:docMk/>
            <pc:sldMk cId="1089099428" sldId="271"/>
            <ac:spMk id="27" creationId="{3814442D-7254-A564-9B0C-9C3994573775}"/>
          </ac:spMkLst>
        </pc:spChg>
        <pc:spChg chg="mod">
          <ac:chgData name="Zara de Souza" userId="3ab27e812772591b" providerId="LiveId" clId="{FB76351C-C88C-4DC7-8961-A107766A33A3}" dt="2025-11-12T00:19:45.326" v="1781" actId="120"/>
          <ac:spMkLst>
            <pc:docMk/>
            <pc:sldMk cId="1089099428" sldId="271"/>
            <ac:spMk id="33" creationId="{6E30882A-ED6B-964C-5167-996EDE614165}"/>
          </ac:spMkLst>
        </pc:spChg>
        <pc:spChg chg="mod">
          <ac:chgData name="Zara de Souza" userId="3ab27e812772591b" providerId="LiveId" clId="{FB76351C-C88C-4DC7-8961-A107766A33A3}" dt="2025-11-12T13:37:56.766" v="2934" actId="20577"/>
          <ac:spMkLst>
            <pc:docMk/>
            <pc:sldMk cId="1089099428" sldId="271"/>
            <ac:spMk id="448" creationId="{00000000-0000-0000-0000-000000000000}"/>
          </ac:spMkLst>
        </pc:spChg>
        <pc:spChg chg="mod">
          <ac:chgData name="Zara de Souza" userId="3ab27e812772591b" providerId="LiveId" clId="{FB76351C-C88C-4DC7-8961-A107766A33A3}" dt="2025-11-12T00:17:27.844" v="1685" actId="21"/>
          <ac:spMkLst>
            <pc:docMk/>
            <pc:sldMk cId="1089099428" sldId="271"/>
            <ac:spMk id="452" creationId="{00000000-0000-0000-0000-000000000000}"/>
          </ac:spMkLst>
        </pc:spChg>
        <pc:cxnChg chg="mod">
          <ac:chgData name="Zara de Souza" userId="3ab27e812772591b" providerId="LiveId" clId="{FB76351C-C88C-4DC7-8961-A107766A33A3}" dt="2025-11-12T00:17:38.877" v="1703" actId="1035"/>
          <ac:cxnSpMkLst>
            <pc:docMk/>
            <pc:sldMk cId="1089099428" sldId="271"/>
            <ac:cxnSpMk id="45" creationId="{4202795C-8560-7C31-A3AB-E4A0F0799A13}"/>
          </ac:cxnSpMkLst>
        </pc:cxnChg>
      </pc:sldChg>
      <pc:sldChg chg="del">
        <pc:chgData name="Zara de Souza" userId="3ab27e812772591b" providerId="LiveId" clId="{FB76351C-C88C-4DC7-8961-A107766A33A3}" dt="2025-11-12T01:52:04.830" v="2876" actId="47"/>
        <pc:sldMkLst>
          <pc:docMk/>
          <pc:sldMk cId="1017575653" sldId="281"/>
        </pc:sldMkLst>
      </pc:sldChg>
      <pc:sldChg chg="addSp modSp mod">
        <pc:chgData name="Zara de Souza" userId="3ab27e812772591b" providerId="LiveId" clId="{FB76351C-C88C-4DC7-8961-A107766A33A3}" dt="2025-11-12T01:44:43.352" v="2875" actId="207"/>
        <pc:sldMkLst>
          <pc:docMk/>
          <pc:sldMk cId="3700559097" sldId="291"/>
        </pc:sldMkLst>
        <pc:spChg chg="add mod">
          <ac:chgData name="Zara de Souza" userId="3ab27e812772591b" providerId="LiveId" clId="{FB76351C-C88C-4DC7-8961-A107766A33A3}" dt="2025-11-12T01:44:43.352" v="2875" actId="207"/>
          <ac:spMkLst>
            <pc:docMk/>
            <pc:sldMk cId="3700559097" sldId="291"/>
            <ac:spMk id="2" creationId="{60CF725E-626B-CB63-10FC-A4B61ABEC56C}"/>
          </ac:spMkLst>
        </pc:spChg>
      </pc:sldChg>
      <pc:sldChg chg="addSp delSp modSp add del mod">
        <pc:chgData name="Zara de Souza" userId="3ab27e812772591b" providerId="LiveId" clId="{FB76351C-C88C-4DC7-8961-A107766A33A3}" dt="2025-11-12T00:56:55.527" v="2070" actId="47"/>
        <pc:sldMkLst>
          <pc:docMk/>
          <pc:sldMk cId="4072461848" sldId="292"/>
        </pc:sldMkLst>
        <pc:spChg chg="mod">
          <ac:chgData name="Zara de Souza" userId="3ab27e812772591b" providerId="LiveId" clId="{FB76351C-C88C-4DC7-8961-A107766A33A3}" dt="2025-11-11T22:42:22.218" v="704" actId="14100"/>
          <ac:spMkLst>
            <pc:docMk/>
            <pc:sldMk cId="4072461848" sldId="292"/>
            <ac:spMk id="2" creationId="{3980BEC4-5BBA-B54D-79CD-DB2B46607C0F}"/>
          </ac:spMkLst>
        </pc:spChg>
        <pc:spChg chg="mod">
          <ac:chgData name="Zara de Souza" userId="3ab27e812772591b" providerId="LiveId" clId="{FB76351C-C88C-4DC7-8961-A107766A33A3}" dt="2025-11-11T22:50:10.798" v="741" actId="20577"/>
          <ac:spMkLst>
            <pc:docMk/>
            <pc:sldMk cId="4072461848" sldId="292"/>
            <ac:spMk id="3" creationId="{55255FFE-1BCE-9D99-35CD-7BB26AE04979}"/>
          </ac:spMkLst>
        </pc:spChg>
        <pc:spChg chg="del">
          <ac:chgData name="Zara de Souza" userId="3ab27e812772591b" providerId="LiveId" clId="{FB76351C-C88C-4DC7-8961-A107766A33A3}" dt="2025-11-11T22:45:52.642" v="709" actId="478"/>
          <ac:spMkLst>
            <pc:docMk/>
            <pc:sldMk cId="4072461848" sldId="292"/>
            <ac:spMk id="4" creationId="{59CDA51E-DB8F-3DCF-C561-FEFFF5645037}"/>
          </ac:spMkLst>
        </pc:spChg>
        <pc:spChg chg="del">
          <ac:chgData name="Zara de Souza" userId="3ab27e812772591b" providerId="LiveId" clId="{FB76351C-C88C-4DC7-8961-A107766A33A3}" dt="2025-11-11T22:45:54.017" v="710" actId="478"/>
          <ac:spMkLst>
            <pc:docMk/>
            <pc:sldMk cId="4072461848" sldId="292"/>
            <ac:spMk id="6" creationId="{E9C7F410-483F-46A8-C72E-8E159B4501D5}"/>
          </ac:spMkLst>
        </pc:spChg>
        <pc:spChg chg="del mod">
          <ac:chgData name="Zara de Souza" userId="3ab27e812772591b" providerId="LiveId" clId="{FB76351C-C88C-4DC7-8961-A107766A33A3}" dt="2025-11-11T22:45:55.436" v="711" actId="478"/>
          <ac:spMkLst>
            <pc:docMk/>
            <pc:sldMk cId="4072461848" sldId="292"/>
            <ac:spMk id="7" creationId="{6D78D124-486D-B0B6-5912-68B3DE3DAD37}"/>
          </ac:spMkLst>
        </pc:spChg>
        <pc:spChg chg="mod">
          <ac:chgData name="Zara de Souza" userId="3ab27e812772591b" providerId="LiveId" clId="{FB76351C-C88C-4DC7-8961-A107766A33A3}" dt="2025-11-11T22:51:37.930" v="792" actId="20577"/>
          <ac:spMkLst>
            <pc:docMk/>
            <pc:sldMk cId="4072461848" sldId="292"/>
            <ac:spMk id="8" creationId="{03B9A14D-C40E-D322-0F96-E191B785CFF6}"/>
          </ac:spMkLst>
        </pc:spChg>
        <pc:spChg chg="add mod">
          <ac:chgData name="Zara de Souza" userId="3ab27e812772591b" providerId="LiveId" clId="{FB76351C-C88C-4DC7-8961-A107766A33A3}" dt="2025-11-11T22:59:01.660" v="806" actId="5793"/>
          <ac:spMkLst>
            <pc:docMk/>
            <pc:sldMk cId="4072461848" sldId="292"/>
            <ac:spMk id="9" creationId="{8398ADDB-91A5-5854-8551-653BAA550E2D}"/>
          </ac:spMkLst>
        </pc:spChg>
        <pc:spChg chg="add del">
          <ac:chgData name="Zara de Souza" userId="3ab27e812772591b" providerId="LiveId" clId="{FB76351C-C88C-4DC7-8961-A107766A33A3}" dt="2025-11-11T22:49:57.474" v="735" actId="478"/>
          <ac:spMkLst>
            <pc:docMk/>
            <pc:sldMk cId="4072461848" sldId="292"/>
            <ac:spMk id="10" creationId="{7394D817-88EE-25C7-0084-CB05E05D5D20}"/>
          </ac:spMkLst>
        </pc:spChg>
        <pc:spChg chg="add del mod">
          <ac:chgData name="Zara de Souza" userId="3ab27e812772591b" providerId="LiveId" clId="{FB76351C-C88C-4DC7-8961-A107766A33A3}" dt="2025-11-11T22:49:56.724" v="734" actId="478"/>
          <ac:spMkLst>
            <pc:docMk/>
            <pc:sldMk cId="4072461848" sldId="292"/>
            <ac:spMk id="11" creationId="{8D3E88FF-A052-12DF-4D80-459833E12296}"/>
          </ac:spMkLst>
        </pc:spChg>
        <pc:spChg chg="add del mod">
          <ac:chgData name="Zara de Souza" userId="3ab27e812772591b" providerId="LiveId" clId="{FB76351C-C88C-4DC7-8961-A107766A33A3}" dt="2025-11-11T22:54:36.504" v="797" actId="478"/>
          <ac:spMkLst>
            <pc:docMk/>
            <pc:sldMk cId="4072461848" sldId="292"/>
            <ac:spMk id="12" creationId="{407D3348-07B1-4348-8750-530081541739}"/>
          </ac:spMkLst>
        </pc:spChg>
        <pc:spChg chg="add del mod">
          <ac:chgData name="Zara de Souza" userId="3ab27e812772591b" providerId="LiveId" clId="{FB76351C-C88C-4DC7-8961-A107766A33A3}" dt="2025-11-11T22:54:36.504" v="797" actId="478"/>
          <ac:spMkLst>
            <pc:docMk/>
            <pc:sldMk cId="4072461848" sldId="292"/>
            <ac:spMk id="13" creationId="{8F9FB1D3-E112-88CC-529F-7EF691FFCB09}"/>
          </ac:spMkLst>
        </pc:spChg>
        <pc:spChg chg="add del mod">
          <ac:chgData name="Zara de Souza" userId="3ab27e812772591b" providerId="LiveId" clId="{FB76351C-C88C-4DC7-8961-A107766A33A3}" dt="2025-11-11T22:54:36.504" v="797" actId="478"/>
          <ac:spMkLst>
            <pc:docMk/>
            <pc:sldMk cId="4072461848" sldId="292"/>
            <ac:spMk id="14" creationId="{988285EB-196D-3514-C05A-1C49645AD926}"/>
          </ac:spMkLst>
        </pc:spChg>
        <pc:spChg chg="add del mod">
          <ac:chgData name="Zara de Souza" userId="3ab27e812772591b" providerId="LiveId" clId="{FB76351C-C88C-4DC7-8961-A107766A33A3}" dt="2025-11-11T22:54:34.004" v="796" actId="478"/>
          <ac:spMkLst>
            <pc:docMk/>
            <pc:sldMk cId="4072461848" sldId="292"/>
            <ac:spMk id="15" creationId="{96C18D47-D758-5A86-88D3-0BD8514719FF}"/>
          </ac:spMkLst>
        </pc:spChg>
        <pc:spChg chg="add mod">
          <ac:chgData name="Zara de Souza" userId="3ab27e812772591b" providerId="LiveId" clId="{FB76351C-C88C-4DC7-8961-A107766A33A3}" dt="2025-11-11T22:54:28.405" v="793" actId="14100"/>
          <ac:spMkLst>
            <pc:docMk/>
            <pc:sldMk cId="4072461848" sldId="292"/>
            <ac:spMk id="16" creationId="{8DDD405B-6DFA-DAF6-1418-C0763D553AEC}"/>
          </ac:spMkLst>
        </pc:spChg>
        <pc:spChg chg="add mod">
          <ac:chgData name="Zara de Souza" userId="3ab27e812772591b" providerId="LiveId" clId="{FB76351C-C88C-4DC7-8961-A107766A33A3}" dt="2025-11-11T22:54:30.953" v="794" actId="14100"/>
          <ac:spMkLst>
            <pc:docMk/>
            <pc:sldMk cId="4072461848" sldId="292"/>
            <ac:spMk id="17" creationId="{06DA55A7-20FE-597A-9483-8F15B813936E}"/>
          </ac:spMkLst>
        </pc:spChg>
        <pc:spChg chg="add mod">
          <ac:chgData name="Zara de Souza" userId="3ab27e812772591b" providerId="LiveId" clId="{FB76351C-C88C-4DC7-8961-A107766A33A3}" dt="2025-11-11T22:50:35.870" v="753" actId="1076"/>
          <ac:spMkLst>
            <pc:docMk/>
            <pc:sldMk cId="4072461848" sldId="292"/>
            <ac:spMk id="19" creationId="{20D8B0FE-1A38-6702-7E5C-AFFDA47C24CC}"/>
          </ac:spMkLst>
        </pc:spChg>
        <pc:spChg chg="add mod">
          <ac:chgData name="Zara de Souza" userId="3ab27e812772591b" providerId="LiveId" clId="{FB76351C-C88C-4DC7-8961-A107766A33A3}" dt="2025-11-11T22:50:43.412" v="756"/>
          <ac:spMkLst>
            <pc:docMk/>
            <pc:sldMk cId="4072461848" sldId="292"/>
            <ac:spMk id="20" creationId="{C50CBA2C-A48D-9F9D-D678-138EDCD2993C}"/>
          </ac:spMkLst>
        </pc:spChg>
        <pc:spChg chg="add mod">
          <ac:chgData name="Zara de Souza" userId="3ab27e812772591b" providerId="LiveId" clId="{FB76351C-C88C-4DC7-8961-A107766A33A3}" dt="2025-11-11T22:50:56.957" v="759"/>
          <ac:spMkLst>
            <pc:docMk/>
            <pc:sldMk cId="4072461848" sldId="292"/>
            <ac:spMk id="21" creationId="{75CABCD1-8FD7-3D5F-7359-5FD58A77F2BF}"/>
          </ac:spMkLst>
        </pc:spChg>
        <pc:spChg chg="add del mod">
          <ac:chgData name="Zara de Souza" userId="3ab27e812772591b" providerId="LiveId" clId="{FB76351C-C88C-4DC7-8961-A107766A33A3}" dt="2025-11-11T22:54:34.004" v="796" actId="478"/>
          <ac:spMkLst>
            <pc:docMk/>
            <pc:sldMk cId="4072461848" sldId="292"/>
            <ac:spMk id="27" creationId="{81AED8BC-397D-AD30-3879-DE094E97F471}"/>
          </ac:spMkLst>
        </pc:spChg>
        <pc:spChg chg="add del mod">
          <ac:chgData name="Zara de Souza" userId="3ab27e812772591b" providerId="LiveId" clId="{FB76351C-C88C-4DC7-8961-A107766A33A3}" dt="2025-11-11T22:54:34.004" v="796" actId="478"/>
          <ac:spMkLst>
            <pc:docMk/>
            <pc:sldMk cId="4072461848" sldId="292"/>
            <ac:spMk id="28" creationId="{2CC5B9A0-35EC-3776-D10D-D36594FA8B95}"/>
          </ac:spMkLst>
        </pc:spChg>
        <pc:spChg chg="add del mod">
          <ac:chgData name="Zara de Souza" userId="3ab27e812772591b" providerId="LiveId" clId="{FB76351C-C88C-4DC7-8961-A107766A33A3}" dt="2025-11-11T22:54:34.004" v="796" actId="478"/>
          <ac:spMkLst>
            <pc:docMk/>
            <pc:sldMk cId="4072461848" sldId="292"/>
            <ac:spMk id="29" creationId="{62D490DD-396E-6817-0A18-3493C563E627}"/>
          </ac:spMkLst>
        </pc:spChg>
        <pc:spChg chg="add mod">
          <ac:chgData name="Zara de Souza" userId="3ab27e812772591b" providerId="LiveId" clId="{FB76351C-C88C-4DC7-8961-A107766A33A3}" dt="2025-11-11T22:54:40.906" v="799" actId="1076"/>
          <ac:spMkLst>
            <pc:docMk/>
            <pc:sldMk cId="4072461848" sldId="292"/>
            <ac:spMk id="30" creationId="{1AD286B8-DA88-5DD4-CDFE-8EBFF7693868}"/>
          </ac:spMkLst>
        </pc:spChg>
        <pc:spChg chg="add mod">
          <ac:chgData name="Zara de Souza" userId="3ab27e812772591b" providerId="LiveId" clId="{FB76351C-C88C-4DC7-8961-A107766A33A3}" dt="2025-11-11T22:54:40.906" v="799" actId="1076"/>
          <ac:spMkLst>
            <pc:docMk/>
            <pc:sldMk cId="4072461848" sldId="292"/>
            <ac:spMk id="31" creationId="{FCF96401-9F8B-DA18-C6E8-E6DADA213C0C}"/>
          </ac:spMkLst>
        </pc:spChg>
        <pc:spChg chg="add mod">
          <ac:chgData name="Zara de Souza" userId="3ab27e812772591b" providerId="LiveId" clId="{FB76351C-C88C-4DC7-8961-A107766A33A3}" dt="2025-11-11T22:54:43.010" v="801" actId="1076"/>
          <ac:spMkLst>
            <pc:docMk/>
            <pc:sldMk cId="4072461848" sldId="292"/>
            <ac:spMk id="32" creationId="{CB2FAEB8-4751-21BF-878F-0597ED25B995}"/>
          </ac:spMkLst>
        </pc:spChg>
        <pc:spChg chg="add mod">
          <ac:chgData name="Zara de Souza" userId="3ab27e812772591b" providerId="LiveId" clId="{FB76351C-C88C-4DC7-8961-A107766A33A3}" dt="2025-11-11T22:54:43.010" v="801" actId="1076"/>
          <ac:spMkLst>
            <pc:docMk/>
            <pc:sldMk cId="4072461848" sldId="292"/>
            <ac:spMk id="33" creationId="{17216999-FAB6-C0BA-1D54-25ECA6FEA807}"/>
          </ac:spMkLst>
        </pc:spChg>
        <pc:spChg chg="add">
          <ac:chgData name="Zara de Souza" userId="3ab27e812772591b" providerId="LiveId" clId="{FB76351C-C88C-4DC7-8961-A107766A33A3}" dt="2025-11-11T23:00:28.372" v="807" actId="22"/>
          <ac:spMkLst>
            <pc:docMk/>
            <pc:sldMk cId="4072461848" sldId="292"/>
            <ac:spMk id="35" creationId="{2807892C-7E60-4BA3-D907-01CDA0C79A97}"/>
          </ac:spMkLst>
        </pc:spChg>
        <pc:cxnChg chg="add mod">
          <ac:chgData name="Zara de Souza" userId="3ab27e812772591b" providerId="LiveId" clId="{FB76351C-C88C-4DC7-8961-A107766A33A3}" dt="2025-11-11T22:51:10.556" v="761" actId="14100"/>
          <ac:cxnSpMkLst>
            <pc:docMk/>
            <pc:sldMk cId="4072461848" sldId="292"/>
            <ac:cxnSpMk id="23" creationId="{997822B7-D020-AB04-D627-581AEE3D3C97}"/>
          </ac:cxnSpMkLst>
        </pc:cxnChg>
        <pc:cxnChg chg="add mod">
          <ac:chgData name="Zara de Souza" userId="3ab27e812772591b" providerId="LiveId" clId="{FB76351C-C88C-4DC7-8961-A107766A33A3}" dt="2025-11-11T22:51:15.955" v="764" actId="14100"/>
          <ac:cxnSpMkLst>
            <pc:docMk/>
            <pc:sldMk cId="4072461848" sldId="292"/>
            <ac:cxnSpMk id="25" creationId="{7C0745D3-8400-E17E-582B-A9C4C23AD88F}"/>
          </ac:cxnSpMkLst>
        </pc:cxnChg>
      </pc:sldChg>
      <pc:sldChg chg="addSp delSp modSp add del mod ord">
        <pc:chgData name="Zara de Souza" userId="3ab27e812772591b" providerId="LiveId" clId="{FB76351C-C88C-4DC7-8961-A107766A33A3}" dt="2025-11-11T23:03:40.733" v="823" actId="47"/>
        <pc:sldMkLst>
          <pc:docMk/>
          <pc:sldMk cId="543488031" sldId="293"/>
        </pc:sldMkLst>
        <pc:spChg chg="mod">
          <ac:chgData name="Zara de Souza" userId="3ab27e812772591b" providerId="LiveId" clId="{FB76351C-C88C-4DC7-8961-A107766A33A3}" dt="2025-11-11T23:00:39.347" v="812" actId="14100"/>
          <ac:spMkLst>
            <pc:docMk/>
            <pc:sldMk cId="543488031" sldId="293"/>
            <ac:spMk id="2" creationId="{6E690301-17A9-4169-9884-FC6BEF3EB32E}"/>
          </ac:spMkLst>
        </pc:spChg>
        <pc:spChg chg="del">
          <ac:chgData name="Zara de Souza" userId="3ab27e812772591b" providerId="LiveId" clId="{FB76351C-C88C-4DC7-8961-A107766A33A3}" dt="2025-11-11T23:00:52.698" v="816" actId="478"/>
          <ac:spMkLst>
            <pc:docMk/>
            <pc:sldMk cId="543488031" sldId="293"/>
            <ac:spMk id="4" creationId="{1FE7A9CA-B9FF-9FFA-EA3C-76AAD3C24FC8}"/>
          </ac:spMkLst>
        </pc:spChg>
        <pc:spChg chg="add">
          <ac:chgData name="Zara de Souza" userId="3ab27e812772591b" providerId="LiveId" clId="{FB76351C-C88C-4DC7-8961-A107766A33A3}" dt="2025-11-11T23:03:01.500" v="817"/>
          <ac:spMkLst>
            <pc:docMk/>
            <pc:sldMk cId="543488031" sldId="293"/>
            <ac:spMk id="5" creationId="{0EC8D0C5-6999-FF8D-AF71-C9D2AC2FE405}"/>
          </ac:spMkLst>
        </pc:spChg>
        <pc:spChg chg="del">
          <ac:chgData name="Zara de Souza" userId="3ab27e812772591b" providerId="LiveId" clId="{FB76351C-C88C-4DC7-8961-A107766A33A3}" dt="2025-11-11T23:00:46.618" v="814" actId="478"/>
          <ac:spMkLst>
            <pc:docMk/>
            <pc:sldMk cId="543488031" sldId="293"/>
            <ac:spMk id="6" creationId="{09C8729C-49A3-F211-F081-5981AD93DE3E}"/>
          </ac:spMkLst>
        </pc:spChg>
        <pc:spChg chg="del">
          <ac:chgData name="Zara de Souza" userId="3ab27e812772591b" providerId="LiveId" clId="{FB76351C-C88C-4DC7-8961-A107766A33A3}" dt="2025-11-11T23:00:43.094" v="813" actId="478"/>
          <ac:spMkLst>
            <pc:docMk/>
            <pc:sldMk cId="543488031" sldId="293"/>
            <ac:spMk id="7" creationId="{603E27CE-167A-7FD6-C412-F19F7338CBE9}"/>
          </ac:spMkLst>
        </pc:spChg>
        <pc:spChg chg="del">
          <ac:chgData name="Zara de Souza" userId="3ab27e812772591b" providerId="LiveId" clId="{FB76351C-C88C-4DC7-8961-A107766A33A3}" dt="2025-11-11T23:00:49.318" v="815" actId="478"/>
          <ac:spMkLst>
            <pc:docMk/>
            <pc:sldMk cId="543488031" sldId="293"/>
            <ac:spMk id="8" creationId="{4E699568-9571-BA5C-CE6E-E8564E379480}"/>
          </ac:spMkLst>
        </pc:spChg>
      </pc:sldChg>
      <pc:sldChg chg="addSp delSp modSp new del mod">
        <pc:chgData name="Zara de Souza" userId="3ab27e812772591b" providerId="LiveId" clId="{FB76351C-C88C-4DC7-8961-A107766A33A3}" dt="2025-11-12T00:57:04.894" v="2072" actId="47"/>
        <pc:sldMkLst>
          <pc:docMk/>
          <pc:sldMk cId="2640290734" sldId="294"/>
        </pc:sldMkLst>
        <pc:spChg chg="del">
          <ac:chgData name="Zara de Souza" userId="3ab27e812772591b" providerId="LiveId" clId="{FB76351C-C88C-4DC7-8961-A107766A33A3}" dt="2025-11-11T23:03:38.469" v="822" actId="478"/>
          <ac:spMkLst>
            <pc:docMk/>
            <pc:sldMk cId="2640290734" sldId="294"/>
            <ac:spMk id="2" creationId="{72139B66-CBA6-F28B-51E5-1244CD9CFB0E}"/>
          </ac:spMkLst>
        </pc:spChg>
        <pc:spChg chg="del">
          <ac:chgData name="Zara de Souza" userId="3ab27e812772591b" providerId="LiveId" clId="{FB76351C-C88C-4DC7-8961-A107766A33A3}" dt="2025-11-11T23:03:27.180" v="819"/>
          <ac:spMkLst>
            <pc:docMk/>
            <pc:sldMk cId="2640290734" sldId="294"/>
            <ac:spMk id="3" creationId="{E4E90CF7-44C6-2141-6525-94294813BF3D}"/>
          </ac:spMkLst>
        </pc:spChg>
        <pc:spChg chg="add mod">
          <ac:chgData name="Zara de Souza" userId="3ab27e812772591b" providerId="LiveId" clId="{FB76351C-C88C-4DC7-8961-A107766A33A3}" dt="2025-11-11T23:03:30.646" v="820" actId="14100"/>
          <ac:spMkLst>
            <pc:docMk/>
            <pc:sldMk cId="2640290734" sldId="294"/>
            <ac:spMk id="4" creationId="{42A746FE-E998-B8ED-B673-76C4F1BD28ED}"/>
          </ac:spMkLst>
        </pc:spChg>
        <pc:spChg chg="add mod">
          <ac:chgData name="Zara de Souza" userId="3ab27e812772591b" providerId="LiveId" clId="{FB76351C-C88C-4DC7-8961-A107766A33A3}" dt="2025-11-11T23:03:35.483" v="821"/>
          <ac:spMkLst>
            <pc:docMk/>
            <pc:sldMk cId="2640290734" sldId="294"/>
            <ac:spMk id="5" creationId="{C1C06DFA-535D-7586-2805-7CF88F446C58}"/>
          </ac:spMkLst>
        </pc:spChg>
      </pc:sldChg>
      <pc:sldChg chg="addSp modSp add mod">
        <pc:chgData name="Zara de Souza" userId="3ab27e812772591b" providerId="LiveId" clId="{FB76351C-C88C-4DC7-8961-A107766A33A3}" dt="2025-11-11T23:08:32.294" v="872" actId="20577"/>
        <pc:sldMkLst>
          <pc:docMk/>
          <pc:sldMk cId="3066903494" sldId="295"/>
        </pc:sldMkLst>
        <pc:spChg chg="add mod">
          <ac:chgData name="Zara de Souza" userId="3ab27e812772591b" providerId="LiveId" clId="{FB76351C-C88C-4DC7-8961-A107766A33A3}" dt="2025-11-11T23:08:28.257" v="869" actId="1076"/>
          <ac:spMkLst>
            <pc:docMk/>
            <pc:sldMk cId="3066903494" sldId="295"/>
            <ac:spMk id="3" creationId="{934F2069-0091-57A1-F9FC-53F407742A29}"/>
          </ac:spMkLst>
        </pc:spChg>
        <pc:spChg chg="mod">
          <ac:chgData name="Zara de Souza" userId="3ab27e812772591b" providerId="LiveId" clId="{FB76351C-C88C-4DC7-8961-A107766A33A3}" dt="2025-11-11T23:08:32.294" v="872" actId="20577"/>
          <ac:spMkLst>
            <pc:docMk/>
            <pc:sldMk cId="3066903494" sldId="295"/>
            <ac:spMk id="4" creationId="{067C264C-044F-59D2-F0E9-33981DDAE885}"/>
          </ac:spMkLst>
        </pc:spChg>
        <pc:spChg chg="mod">
          <ac:chgData name="Zara de Souza" userId="3ab27e812772591b" providerId="LiveId" clId="{FB76351C-C88C-4DC7-8961-A107766A33A3}" dt="2025-11-11T23:08:16.915" v="864" actId="1076"/>
          <ac:spMkLst>
            <pc:docMk/>
            <pc:sldMk cId="3066903494" sldId="295"/>
            <ac:spMk id="5" creationId="{96662696-B40E-D685-546F-A96891A3DDA1}"/>
          </ac:spMkLst>
        </pc:spChg>
      </pc:sldChg>
      <pc:sldChg chg="addSp delSp modSp add mod">
        <pc:chgData name="Zara de Souza" userId="3ab27e812772591b" providerId="LiveId" clId="{FB76351C-C88C-4DC7-8961-A107766A33A3}" dt="2025-11-11T23:27:40.770" v="912" actId="20577"/>
        <pc:sldMkLst>
          <pc:docMk/>
          <pc:sldMk cId="2314371432" sldId="296"/>
        </pc:sldMkLst>
        <pc:spChg chg="mod">
          <ac:chgData name="Zara de Souza" userId="3ab27e812772591b" providerId="LiveId" clId="{FB76351C-C88C-4DC7-8961-A107766A33A3}" dt="2025-11-11T23:09:19.734" v="878" actId="20577"/>
          <ac:spMkLst>
            <pc:docMk/>
            <pc:sldMk cId="2314371432" sldId="296"/>
            <ac:spMk id="3" creationId="{56F39B0D-5E57-671F-909A-66CFCB247C57}"/>
          </ac:spMkLst>
        </pc:spChg>
        <pc:spChg chg="mod">
          <ac:chgData name="Zara de Souza" userId="3ab27e812772591b" providerId="LiveId" clId="{FB76351C-C88C-4DC7-8961-A107766A33A3}" dt="2025-11-11T23:27:40.770" v="912" actId="20577"/>
          <ac:spMkLst>
            <pc:docMk/>
            <pc:sldMk cId="2314371432" sldId="296"/>
            <ac:spMk id="4" creationId="{19D5BA7D-CD7D-2894-CD3E-966D9E3461FD}"/>
          </ac:spMkLst>
        </pc:spChg>
        <pc:picChg chg="add del">
          <ac:chgData name="Zara de Souza" userId="3ab27e812772591b" providerId="LiveId" clId="{FB76351C-C88C-4DC7-8961-A107766A33A3}" dt="2025-11-11T23:17:47.672" v="889" actId="478"/>
          <ac:picMkLst>
            <pc:docMk/>
            <pc:sldMk cId="2314371432" sldId="296"/>
            <ac:picMk id="6" creationId="{8B20FD13-3A90-41D5-F68E-BA5F129FC019}"/>
          </ac:picMkLst>
        </pc:picChg>
      </pc:sldChg>
      <pc:sldChg chg="addSp delSp modSp new del mod">
        <pc:chgData name="Zara de Souza" userId="3ab27e812772591b" providerId="LiveId" clId="{FB76351C-C88C-4DC7-8961-A107766A33A3}" dt="2025-11-12T01:44:26.730" v="2872" actId="47"/>
        <pc:sldMkLst>
          <pc:docMk/>
          <pc:sldMk cId="4090583160" sldId="297"/>
        </pc:sldMkLst>
        <pc:spChg chg="mod">
          <ac:chgData name="Zara de Souza" userId="3ab27e812772591b" providerId="LiveId" clId="{FB76351C-C88C-4DC7-8961-A107766A33A3}" dt="2025-11-11T23:11:54.452" v="882"/>
          <ac:spMkLst>
            <pc:docMk/>
            <pc:sldMk cId="4090583160" sldId="297"/>
            <ac:spMk id="2" creationId="{B30BD35C-5966-695A-C0CB-3ACB71AA55F6}"/>
          </ac:spMkLst>
        </pc:spChg>
        <pc:spChg chg="del">
          <ac:chgData name="Zara de Souza" userId="3ab27e812772591b" providerId="LiveId" clId="{FB76351C-C88C-4DC7-8961-A107766A33A3}" dt="2025-11-11T23:11:59.071" v="884" actId="478"/>
          <ac:spMkLst>
            <pc:docMk/>
            <pc:sldMk cId="4090583160" sldId="297"/>
            <ac:spMk id="3" creationId="{7AF074BB-A724-8D8B-CADE-835EC5C7193B}"/>
          </ac:spMkLst>
        </pc:spChg>
        <pc:spChg chg="add mod">
          <ac:chgData name="Zara de Souza" userId="3ab27e812772591b" providerId="LiveId" clId="{FB76351C-C88C-4DC7-8961-A107766A33A3}" dt="2025-11-11T23:12:03.031" v="886" actId="14100"/>
          <ac:spMkLst>
            <pc:docMk/>
            <pc:sldMk cId="4090583160" sldId="297"/>
            <ac:spMk id="5" creationId="{462D659B-935A-809D-5989-19D2F49D29B3}"/>
          </ac:spMkLst>
        </pc:spChg>
        <pc:picChg chg="add del mod">
          <ac:chgData name="Zara de Souza" userId="3ab27e812772591b" providerId="LiveId" clId="{FB76351C-C88C-4DC7-8961-A107766A33A3}" dt="2025-11-11T23:33:12.678" v="975" actId="21"/>
          <ac:picMkLst>
            <pc:docMk/>
            <pc:sldMk cId="4090583160" sldId="297"/>
            <ac:picMk id="6" creationId="{8AB73670-3C8B-A6DD-F53A-5BA591BD8D60}"/>
          </ac:picMkLst>
        </pc:picChg>
      </pc:sldChg>
      <pc:sldChg chg="addSp modSp add mod ord">
        <pc:chgData name="Zara de Souza" userId="3ab27e812772591b" providerId="LiveId" clId="{FB76351C-C88C-4DC7-8961-A107766A33A3}" dt="2025-11-11T23:31:20.334" v="974" actId="20577"/>
        <pc:sldMkLst>
          <pc:docMk/>
          <pc:sldMk cId="4086643811" sldId="299"/>
        </pc:sldMkLst>
        <pc:spChg chg="add">
          <ac:chgData name="Zara de Souza" userId="3ab27e812772591b" providerId="LiveId" clId="{FB76351C-C88C-4DC7-8961-A107766A33A3}" dt="2025-11-11T23:30:13.438" v="964"/>
          <ac:spMkLst>
            <pc:docMk/>
            <pc:sldMk cId="4086643811" sldId="299"/>
            <ac:spMk id="2" creationId="{0A2C2574-676C-6AE7-B5C5-E5E7033F691B}"/>
          </ac:spMkLst>
        </pc:spChg>
        <pc:spChg chg="mod">
          <ac:chgData name="Zara de Souza" userId="3ab27e812772591b" providerId="LiveId" clId="{FB76351C-C88C-4DC7-8961-A107766A33A3}" dt="2025-11-11T23:30:51.738" v="971" actId="1076"/>
          <ac:spMkLst>
            <pc:docMk/>
            <pc:sldMk cId="4086643811" sldId="299"/>
            <ac:spMk id="3" creationId="{20BA4585-AFE8-7A8A-66BE-B8BAB9A8BE81}"/>
          </ac:spMkLst>
        </pc:spChg>
        <pc:spChg chg="mod">
          <ac:chgData name="Zara de Souza" userId="3ab27e812772591b" providerId="LiveId" clId="{FB76351C-C88C-4DC7-8961-A107766A33A3}" dt="2025-11-11T23:31:20.334" v="974" actId="20577"/>
          <ac:spMkLst>
            <pc:docMk/>
            <pc:sldMk cId="4086643811" sldId="299"/>
            <ac:spMk id="4" creationId="{38E6569E-C61A-1AC8-7175-8EA30099D111}"/>
          </ac:spMkLst>
        </pc:spChg>
        <pc:spChg chg="add">
          <ac:chgData name="Zara de Souza" userId="3ab27e812772591b" providerId="LiveId" clId="{FB76351C-C88C-4DC7-8961-A107766A33A3}" dt="2025-11-11T23:30:20.957" v="966"/>
          <ac:spMkLst>
            <pc:docMk/>
            <pc:sldMk cId="4086643811" sldId="299"/>
            <ac:spMk id="6" creationId="{84EF62A0-7750-C96D-6F1B-9ECBDEE7CEA7}"/>
          </ac:spMkLst>
        </pc:spChg>
        <pc:spChg chg="add">
          <ac:chgData name="Zara de Souza" userId="3ab27e812772591b" providerId="LiveId" clId="{FB76351C-C88C-4DC7-8961-A107766A33A3}" dt="2025-11-11T23:30:30.040" v="969"/>
          <ac:spMkLst>
            <pc:docMk/>
            <pc:sldMk cId="4086643811" sldId="299"/>
            <ac:spMk id="7" creationId="{33C4DE8A-98B6-BC3A-5C76-835D27747B80}"/>
          </ac:spMkLst>
        </pc:spChg>
      </pc:sldChg>
      <pc:sldChg chg="addSp delSp modSp new del">
        <pc:chgData name="Zara de Souza" userId="3ab27e812772591b" providerId="LiveId" clId="{FB76351C-C88C-4DC7-8961-A107766A33A3}" dt="2025-11-12T01:36:21.075" v="2767" actId="47"/>
        <pc:sldMkLst>
          <pc:docMk/>
          <pc:sldMk cId="1708495203" sldId="300"/>
        </pc:sldMkLst>
        <pc:spChg chg="mod">
          <ac:chgData name="Zara de Souza" userId="3ab27e812772591b" providerId="LiveId" clId="{FB76351C-C88C-4DC7-8961-A107766A33A3}" dt="2025-11-11T23:35:32.520" v="977"/>
          <ac:spMkLst>
            <pc:docMk/>
            <pc:sldMk cId="1708495203" sldId="300"/>
            <ac:spMk id="2" creationId="{38FC0984-713C-9FBD-89FF-4F312CF8404F}"/>
          </ac:spMkLst>
        </pc:spChg>
        <pc:spChg chg="del">
          <ac:chgData name="Zara de Souza" userId="3ab27e812772591b" providerId="LiveId" clId="{FB76351C-C88C-4DC7-8961-A107766A33A3}" dt="2025-11-11T23:35:55.956" v="978"/>
          <ac:spMkLst>
            <pc:docMk/>
            <pc:sldMk cId="1708495203" sldId="300"/>
            <ac:spMk id="3" creationId="{5690CE63-E33D-4B66-E392-D2227F5BF4A4}"/>
          </ac:spMkLst>
        </pc:spChg>
        <pc:spChg chg="add mod">
          <ac:chgData name="Zara de Souza" userId="3ab27e812772591b" providerId="LiveId" clId="{FB76351C-C88C-4DC7-8961-A107766A33A3}" dt="2025-11-11T23:36:04.608" v="981" actId="1076"/>
          <ac:spMkLst>
            <pc:docMk/>
            <pc:sldMk cId="1708495203" sldId="300"/>
            <ac:spMk id="4" creationId="{B86D3876-7D21-FB5B-DD55-01051AB6FE66}"/>
          </ac:spMkLst>
        </pc:spChg>
      </pc:sldChg>
      <pc:sldChg chg="addSp modSp new del mod">
        <pc:chgData name="Zara de Souza" userId="3ab27e812772591b" providerId="LiveId" clId="{FB76351C-C88C-4DC7-8961-A107766A33A3}" dt="2025-11-12T01:10:00.844" v="2364" actId="47"/>
        <pc:sldMkLst>
          <pc:docMk/>
          <pc:sldMk cId="2500870275" sldId="301"/>
        </pc:sldMkLst>
        <pc:spChg chg="mod">
          <ac:chgData name="Zara de Souza" userId="3ab27e812772591b" providerId="LiveId" clId="{FB76351C-C88C-4DC7-8961-A107766A33A3}" dt="2025-11-11T23:50:29.636" v="1590" actId="1076"/>
          <ac:spMkLst>
            <pc:docMk/>
            <pc:sldMk cId="2500870275" sldId="301"/>
            <ac:spMk id="2" creationId="{9AE43693-A7CA-06AE-F050-1F3E9E511ADC}"/>
          </ac:spMkLst>
        </pc:spChg>
        <pc:spChg chg="mod">
          <ac:chgData name="Zara de Souza" userId="3ab27e812772591b" providerId="LiveId" clId="{FB76351C-C88C-4DC7-8961-A107766A33A3}" dt="2025-11-11T23:37:49.891" v="1062" actId="27636"/>
          <ac:spMkLst>
            <pc:docMk/>
            <pc:sldMk cId="2500870275" sldId="301"/>
            <ac:spMk id="3" creationId="{261FD0E8-8B8F-38D8-0102-4EE6D97B51EE}"/>
          </ac:spMkLst>
        </pc:spChg>
        <pc:spChg chg="add mod">
          <ac:chgData name="Zara de Souza" userId="3ab27e812772591b" providerId="LiveId" clId="{FB76351C-C88C-4DC7-8961-A107766A33A3}" dt="2025-11-11T23:39:45.392" v="1070" actId="13822"/>
          <ac:spMkLst>
            <pc:docMk/>
            <pc:sldMk cId="2500870275" sldId="301"/>
            <ac:spMk id="7" creationId="{64B27278-92EB-D229-06C1-2EEC16033600}"/>
          </ac:spMkLst>
        </pc:spChg>
        <pc:picChg chg="add mod">
          <ac:chgData name="Zara de Souza" userId="3ab27e812772591b" providerId="LiveId" clId="{FB76351C-C88C-4DC7-8961-A107766A33A3}" dt="2025-11-11T23:38:26.896" v="1065" actId="1076"/>
          <ac:picMkLst>
            <pc:docMk/>
            <pc:sldMk cId="2500870275" sldId="301"/>
            <ac:picMk id="5" creationId="{8A68B150-0062-5870-7B1A-52DC1E491D37}"/>
          </ac:picMkLst>
        </pc:picChg>
        <pc:picChg chg="add mod ord">
          <ac:chgData name="Zara de Souza" userId="3ab27e812772591b" providerId="LiveId" clId="{FB76351C-C88C-4DC7-8961-A107766A33A3}" dt="2025-11-11T23:39:49.871" v="1072" actId="1076"/>
          <ac:picMkLst>
            <pc:docMk/>
            <pc:sldMk cId="2500870275" sldId="301"/>
            <ac:picMk id="6" creationId="{64DBF5FF-C3CD-A6B7-CCD3-B10E256BCEE5}"/>
          </ac:picMkLst>
        </pc:picChg>
      </pc:sldChg>
      <pc:sldChg chg="addSp delSp modSp new del mod">
        <pc:chgData name="Zara de Souza" userId="3ab27e812772591b" providerId="LiveId" clId="{FB76351C-C88C-4DC7-8961-A107766A33A3}" dt="2025-11-12T01:00:06.694" v="2207" actId="47"/>
        <pc:sldMkLst>
          <pc:docMk/>
          <pc:sldMk cId="3354411491" sldId="302"/>
        </pc:sldMkLst>
        <pc:spChg chg="del mod">
          <ac:chgData name="Zara de Souza" userId="3ab27e812772591b" providerId="LiveId" clId="{FB76351C-C88C-4DC7-8961-A107766A33A3}" dt="2025-11-11T23:50:33.108" v="1591" actId="478"/>
          <ac:spMkLst>
            <pc:docMk/>
            <pc:sldMk cId="3354411491" sldId="302"/>
            <ac:spMk id="2" creationId="{40CE6A06-258C-312D-A0A5-FD58F3C23EB7}"/>
          </ac:spMkLst>
        </pc:spChg>
        <pc:spChg chg="del">
          <ac:chgData name="Zara de Souza" userId="3ab27e812772591b" providerId="LiveId" clId="{FB76351C-C88C-4DC7-8961-A107766A33A3}" dt="2025-11-11T23:40:30.636" v="1104" actId="478"/>
          <ac:spMkLst>
            <pc:docMk/>
            <pc:sldMk cId="3354411491" sldId="302"/>
            <ac:spMk id="3" creationId="{099910D1-89CD-D0CF-9986-1D2726756E23}"/>
          </ac:spMkLst>
        </pc:spChg>
        <pc:spChg chg="add mod">
          <ac:chgData name="Zara de Souza" userId="3ab27e812772591b" providerId="LiveId" clId="{FB76351C-C88C-4DC7-8961-A107766A33A3}" dt="2025-11-11T23:46:53.579" v="1454" actId="1076"/>
          <ac:spMkLst>
            <pc:docMk/>
            <pc:sldMk cId="3354411491" sldId="302"/>
            <ac:spMk id="4" creationId="{B5EFDD2C-D69B-6A23-D99A-8B4667D30D27}"/>
          </ac:spMkLst>
        </pc:spChg>
        <pc:spChg chg="add mod">
          <ac:chgData name="Zara de Souza" userId="3ab27e812772591b" providerId="LiveId" clId="{FB76351C-C88C-4DC7-8961-A107766A33A3}" dt="2025-11-11T23:46:55.888" v="1455" actId="1076"/>
          <ac:spMkLst>
            <pc:docMk/>
            <pc:sldMk cId="3354411491" sldId="302"/>
            <ac:spMk id="7" creationId="{5CAC6989-02B6-1E54-FBD3-61FE1F5D5472}"/>
          </ac:spMkLst>
        </pc:spChg>
        <pc:spChg chg="add mod">
          <ac:chgData name="Zara de Souza" userId="3ab27e812772591b" providerId="LiveId" clId="{FB76351C-C88C-4DC7-8961-A107766A33A3}" dt="2025-11-11T23:47:01.447" v="1457" actId="14100"/>
          <ac:spMkLst>
            <pc:docMk/>
            <pc:sldMk cId="3354411491" sldId="302"/>
            <ac:spMk id="10" creationId="{ABCF9F12-66B2-1BAF-4613-ECAA50D98DBA}"/>
          </ac:spMkLst>
        </pc:spChg>
        <pc:spChg chg="add mod">
          <ac:chgData name="Zara de Souza" userId="3ab27e812772591b" providerId="LiveId" clId="{FB76351C-C88C-4DC7-8961-A107766A33A3}" dt="2025-11-11T23:50:10.923" v="1575" actId="14100"/>
          <ac:spMkLst>
            <pc:docMk/>
            <pc:sldMk cId="3354411491" sldId="302"/>
            <ac:spMk id="19" creationId="{E8DFF67D-59FF-BCC6-83B1-CC4C58580AAE}"/>
          </ac:spMkLst>
        </pc:spChg>
        <pc:spChg chg="add del mod">
          <ac:chgData name="Zara de Souza" userId="3ab27e812772591b" providerId="LiveId" clId="{FB76351C-C88C-4DC7-8961-A107766A33A3}" dt="2025-11-11T23:50:36.757" v="1594" actId="478"/>
          <ac:spMkLst>
            <pc:docMk/>
            <pc:sldMk cId="3354411491" sldId="302"/>
            <ac:spMk id="21" creationId="{B54FA410-6AE8-F6F9-CC3C-6BFBC9E7B79A}"/>
          </ac:spMkLst>
        </pc:spChg>
        <pc:spChg chg="add mod">
          <ac:chgData name="Zara de Souza" userId="3ab27e812772591b" providerId="LiveId" clId="{FB76351C-C88C-4DC7-8961-A107766A33A3}" dt="2025-11-11T23:50:34.859" v="1593"/>
          <ac:spMkLst>
            <pc:docMk/>
            <pc:sldMk cId="3354411491" sldId="302"/>
            <ac:spMk id="22" creationId="{E6EFAF5D-D6E5-D7BA-F4AC-F649E70F5AAA}"/>
          </ac:spMkLst>
        </pc:spChg>
        <pc:spChg chg="add mod">
          <ac:chgData name="Zara de Souza" userId="3ab27e812772591b" providerId="LiveId" clId="{FB76351C-C88C-4DC7-8961-A107766A33A3}" dt="2025-11-11T23:50:46.398" v="1618" actId="1076"/>
          <ac:spMkLst>
            <pc:docMk/>
            <pc:sldMk cId="3354411491" sldId="302"/>
            <ac:spMk id="23" creationId="{B250BB28-0FDB-8A78-9E7E-FD02279A219C}"/>
          </ac:spMkLst>
        </pc:spChg>
        <pc:picChg chg="add mod">
          <ac:chgData name="Zara de Souza" userId="3ab27e812772591b" providerId="LiveId" clId="{FB76351C-C88C-4DC7-8961-A107766A33A3}" dt="2025-11-11T23:46:38.084" v="1448" actId="1076"/>
          <ac:picMkLst>
            <pc:docMk/>
            <pc:sldMk cId="3354411491" sldId="302"/>
            <ac:picMk id="8" creationId="{AC71EED4-3A07-7851-BABE-3F8D5976E933}"/>
          </ac:picMkLst>
        </pc:picChg>
        <pc:picChg chg="add mod ord">
          <ac:chgData name="Zara de Souza" userId="3ab27e812772591b" providerId="LiveId" clId="{FB76351C-C88C-4DC7-8961-A107766A33A3}" dt="2025-11-11T23:46:42.558" v="1449" actId="1076"/>
          <ac:picMkLst>
            <pc:docMk/>
            <pc:sldMk cId="3354411491" sldId="302"/>
            <ac:picMk id="11" creationId="{46CAAD5E-293D-F5A5-0072-D95EE76F657C}"/>
          </ac:picMkLst>
        </pc:picChg>
        <pc:picChg chg="add del mod">
          <ac:chgData name="Zara de Souza" userId="3ab27e812772591b" providerId="LiveId" clId="{FB76351C-C88C-4DC7-8961-A107766A33A3}" dt="2025-11-11T23:52:46.390" v="1642" actId="478"/>
          <ac:picMkLst>
            <pc:docMk/>
            <pc:sldMk cId="3354411491" sldId="302"/>
            <ac:picMk id="25" creationId="{C1EE70F5-3334-616D-C06A-73DD05216C34}"/>
          </ac:picMkLst>
        </pc:picChg>
        <pc:picChg chg="add mod">
          <ac:chgData name="Zara de Souza" userId="3ab27e812772591b" providerId="LiveId" clId="{FB76351C-C88C-4DC7-8961-A107766A33A3}" dt="2025-11-11T23:52:59.678" v="1648" actId="208"/>
          <ac:picMkLst>
            <pc:docMk/>
            <pc:sldMk cId="3354411491" sldId="302"/>
            <ac:picMk id="27" creationId="{2AD8AE88-D8E8-38E8-FA1D-C58544E8FB6C}"/>
          </ac:picMkLst>
        </pc:picChg>
        <pc:picChg chg="add mod">
          <ac:chgData name="Zara de Souza" userId="3ab27e812772591b" providerId="LiveId" clId="{FB76351C-C88C-4DC7-8961-A107766A33A3}" dt="2025-11-11T23:46:24.702" v="1443" actId="1076"/>
          <ac:picMkLst>
            <pc:docMk/>
            <pc:sldMk cId="3354411491" sldId="302"/>
            <ac:picMk id="9218" creationId="{95F3041F-F81A-811D-402E-8A2216A0EDE4}"/>
          </ac:picMkLst>
        </pc:picChg>
        <pc:picChg chg="add mod">
          <ac:chgData name="Zara de Souza" userId="3ab27e812772591b" providerId="LiveId" clId="{FB76351C-C88C-4DC7-8961-A107766A33A3}" dt="2025-11-11T23:48:51.402" v="1473" actId="166"/>
          <ac:picMkLst>
            <pc:docMk/>
            <pc:sldMk cId="3354411491" sldId="302"/>
            <ac:picMk id="9220" creationId="{B234D1FB-1203-89FB-15C6-8CDC588A962E}"/>
          </ac:picMkLst>
        </pc:picChg>
        <pc:picChg chg="add mod">
          <ac:chgData name="Zara de Souza" userId="3ab27e812772591b" providerId="LiveId" clId="{FB76351C-C88C-4DC7-8961-A107766A33A3}" dt="2025-11-11T23:46:42.558" v="1449" actId="1076"/>
          <ac:picMkLst>
            <pc:docMk/>
            <pc:sldMk cId="3354411491" sldId="302"/>
            <ac:picMk id="9222" creationId="{306456FD-0629-8D40-6A86-8476ACE8DF26}"/>
          </ac:picMkLst>
        </pc:picChg>
        <pc:picChg chg="add mod">
          <ac:chgData name="Zara de Souza" userId="3ab27e812772591b" providerId="LiveId" clId="{FB76351C-C88C-4DC7-8961-A107766A33A3}" dt="2025-11-11T23:48:31.680" v="1466" actId="1076"/>
          <ac:picMkLst>
            <pc:docMk/>
            <pc:sldMk cId="3354411491" sldId="302"/>
            <ac:picMk id="9224" creationId="{598825D2-C494-E4E4-5C03-AC4DE2B3D621}"/>
          </ac:picMkLst>
        </pc:picChg>
        <pc:picChg chg="add mod">
          <ac:chgData name="Zara de Souza" userId="3ab27e812772591b" providerId="LiveId" clId="{FB76351C-C88C-4DC7-8961-A107766A33A3}" dt="2025-11-11T23:48:49.327" v="1472" actId="1076"/>
          <ac:picMkLst>
            <pc:docMk/>
            <pc:sldMk cId="3354411491" sldId="302"/>
            <ac:picMk id="9226" creationId="{C2F369F7-9EEC-4DF9-6CC3-D36C64A37681}"/>
          </ac:picMkLst>
        </pc:picChg>
        <pc:picChg chg="add mod">
          <ac:chgData name="Zara de Souza" userId="3ab27e812772591b" providerId="LiveId" clId="{FB76351C-C88C-4DC7-8961-A107766A33A3}" dt="2025-11-11T23:52:55.740" v="1646" actId="166"/>
          <ac:picMkLst>
            <pc:docMk/>
            <pc:sldMk cId="3354411491" sldId="302"/>
            <ac:picMk id="9228" creationId="{5CC592B0-FF09-EA65-4147-E505F5714402}"/>
          </ac:picMkLst>
        </pc:picChg>
        <pc:cxnChg chg="add mod ord">
          <ac:chgData name="Zara de Souza" userId="3ab27e812772591b" providerId="LiveId" clId="{FB76351C-C88C-4DC7-8961-A107766A33A3}" dt="2025-11-11T23:49:05.785" v="1476" actId="1076"/>
          <ac:cxnSpMkLst>
            <pc:docMk/>
            <pc:sldMk cId="3354411491" sldId="302"/>
            <ac:cxnSpMk id="6" creationId="{6B687D04-2277-ED73-A78E-2187692D1D3F}"/>
          </ac:cxnSpMkLst>
        </pc:cxnChg>
        <pc:cxnChg chg="add mod ord">
          <ac:chgData name="Zara de Souza" userId="3ab27e812772591b" providerId="LiveId" clId="{FB76351C-C88C-4DC7-8961-A107766A33A3}" dt="2025-11-11T23:49:00.361" v="1475" actId="14100"/>
          <ac:cxnSpMkLst>
            <pc:docMk/>
            <pc:sldMk cId="3354411491" sldId="302"/>
            <ac:cxnSpMk id="9" creationId="{9A929A9E-E05B-ACB9-4798-7F7F4B8B198D}"/>
          </ac:cxnSpMkLst>
        </pc:cxnChg>
        <pc:cxnChg chg="add mod">
          <ac:chgData name="Zara de Souza" userId="3ab27e812772591b" providerId="LiveId" clId="{FB76351C-C88C-4DC7-8961-A107766A33A3}" dt="2025-11-11T23:49:15.067" v="1478" actId="13822"/>
          <ac:cxnSpMkLst>
            <pc:docMk/>
            <pc:sldMk cId="3354411491" sldId="302"/>
            <ac:cxnSpMk id="17" creationId="{B46C1810-323B-C71C-C728-2C7644BB3E81}"/>
          </ac:cxnSpMkLst>
        </pc:cxnChg>
        <pc:cxnChg chg="add mod">
          <ac:chgData name="Zara de Souza" userId="3ab27e812772591b" providerId="LiveId" clId="{FB76351C-C88C-4DC7-8961-A107766A33A3}" dt="2025-11-11T23:49:18.417" v="1480" actId="1076"/>
          <ac:cxnSpMkLst>
            <pc:docMk/>
            <pc:sldMk cId="3354411491" sldId="302"/>
            <ac:cxnSpMk id="18" creationId="{7C7FBD7F-80A2-436F-EF69-4AD8F6494CA3}"/>
          </ac:cxnSpMkLst>
        </pc:cxnChg>
      </pc:sldChg>
      <pc:sldChg chg="add del">
        <pc:chgData name="Zara de Souza" userId="3ab27e812772591b" providerId="LiveId" clId="{FB76351C-C88C-4DC7-8961-A107766A33A3}" dt="2025-11-12T00:28:26.562" v="1807" actId="47"/>
        <pc:sldMkLst>
          <pc:docMk/>
          <pc:sldMk cId="3036277075" sldId="304"/>
        </pc:sldMkLst>
      </pc:sldChg>
      <pc:sldChg chg="addSp delSp modSp add mod">
        <pc:chgData name="Zara de Souza" userId="3ab27e812772591b" providerId="LiveId" clId="{FB76351C-C88C-4DC7-8961-A107766A33A3}" dt="2025-11-12T00:38:13.097" v="2063" actId="20577"/>
        <pc:sldMkLst>
          <pc:docMk/>
          <pc:sldMk cId="1855157629" sldId="305"/>
        </pc:sldMkLst>
        <pc:spChg chg="add del mod">
          <ac:chgData name="Zara de Souza" userId="3ab27e812772591b" providerId="LiveId" clId="{FB76351C-C88C-4DC7-8961-A107766A33A3}" dt="2025-11-12T00:28:50.168" v="1809" actId="478"/>
          <ac:spMkLst>
            <pc:docMk/>
            <pc:sldMk cId="1855157629" sldId="305"/>
            <ac:spMk id="3" creationId="{DCAF82B7-360F-A6CC-E21E-A51FA9D1DCBE}"/>
          </ac:spMkLst>
        </pc:spChg>
        <pc:spChg chg="add del mod">
          <ac:chgData name="Zara de Souza" userId="3ab27e812772591b" providerId="LiveId" clId="{FB76351C-C88C-4DC7-8961-A107766A33A3}" dt="2025-11-12T00:28:50.168" v="1809" actId="478"/>
          <ac:spMkLst>
            <pc:docMk/>
            <pc:sldMk cId="1855157629" sldId="305"/>
            <ac:spMk id="5" creationId="{1E2D3CE2-0E48-D35C-7020-6F3B58713FF4}"/>
          </ac:spMkLst>
        </pc:spChg>
        <pc:spChg chg="add del mod">
          <ac:chgData name="Zara de Souza" userId="3ab27e812772591b" providerId="LiveId" clId="{FB76351C-C88C-4DC7-8961-A107766A33A3}" dt="2025-11-12T00:28:50.168" v="1809" actId="478"/>
          <ac:spMkLst>
            <pc:docMk/>
            <pc:sldMk cId="1855157629" sldId="305"/>
            <ac:spMk id="7" creationId="{4AEA4CD8-F515-831D-EF85-35E1BCF88977}"/>
          </ac:spMkLst>
        </pc:spChg>
        <pc:spChg chg="add del mod">
          <ac:chgData name="Zara de Souza" userId="3ab27e812772591b" providerId="LiveId" clId="{FB76351C-C88C-4DC7-8961-A107766A33A3}" dt="2025-11-12T00:28:50.168" v="1809" actId="478"/>
          <ac:spMkLst>
            <pc:docMk/>
            <pc:sldMk cId="1855157629" sldId="305"/>
            <ac:spMk id="9" creationId="{46E26849-211F-7C45-B81A-6D9C496EC784}"/>
          </ac:spMkLst>
        </pc:spChg>
        <pc:spChg chg="add del mod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13" creationId="{FF488FAE-01FE-676F-A558-8FA83870D490}"/>
          </ac:spMkLst>
        </pc:spChg>
        <pc:spChg chg="del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15" creationId="{0660D072-0691-394F-E494-CEA61CD39BF5}"/>
          </ac:spMkLst>
        </pc:spChg>
        <pc:spChg chg="add del mod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17" creationId="{781AA175-9B90-2E26-D629-57DF63C6A518}"/>
          </ac:spMkLst>
        </pc:spChg>
        <pc:spChg chg="add del mod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19" creationId="{C5FB83EB-7124-91E7-66FC-5F4A7C915C02}"/>
          </ac:spMkLst>
        </pc:spChg>
        <pc:spChg chg="add del mod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21" creationId="{DE23576A-721F-87D5-15B2-325504F36C92}"/>
          </ac:spMkLst>
        </pc:spChg>
        <pc:spChg chg="add del mod">
          <ac:chgData name="Zara de Souza" userId="3ab27e812772591b" providerId="LiveId" clId="{FB76351C-C88C-4DC7-8961-A107766A33A3}" dt="2025-11-12T00:29:31.058" v="1843" actId="478"/>
          <ac:spMkLst>
            <pc:docMk/>
            <pc:sldMk cId="1855157629" sldId="305"/>
            <ac:spMk id="23" creationId="{97F77CA2-FB26-00CF-C995-6C33395D716E}"/>
          </ac:spMkLst>
        </pc:spChg>
        <pc:spChg chg="add del mod">
          <ac:chgData name="Zara de Souza" userId="3ab27e812772591b" providerId="LiveId" clId="{FB76351C-C88C-4DC7-8961-A107766A33A3}" dt="2025-11-12T00:30:10.601" v="1863" actId="478"/>
          <ac:spMkLst>
            <pc:docMk/>
            <pc:sldMk cId="1855157629" sldId="305"/>
            <ac:spMk id="25" creationId="{05E8710C-135C-2C93-71A3-5C92A1A44A35}"/>
          </ac:spMkLst>
        </pc:spChg>
        <pc:spChg chg="mod">
          <ac:chgData name="Zara de Souza" userId="3ab27e812772591b" providerId="LiveId" clId="{FB76351C-C88C-4DC7-8961-A107766A33A3}" dt="2025-11-12T00:29:14.496" v="1841" actId="20577"/>
          <ac:spMkLst>
            <pc:docMk/>
            <pc:sldMk cId="1855157629" sldId="305"/>
            <ac:spMk id="447" creationId="{71036C32-2E07-400C-2708-5558121621C2}"/>
          </ac:spMkLst>
        </pc:spChg>
        <pc:spChg chg="mod">
          <ac:chgData name="Zara de Souza" userId="3ab27e812772591b" providerId="LiveId" clId="{FB76351C-C88C-4DC7-8961-A107766A33A3}" dt="2025-11-12T00:38:13.097" v="2063" actId="20577"/>
          <ac:spMkLst>
            <pc:docMk/>
            <pc:sldMk cId="1855157629" sldId="305"/>
            <ac:spMk id="448" creationId="{6919D218-24C3-BB8F-E3E2-E93A10942BC1}"/>
          </ac:spMkLst>
        </pc:spChg>
        <pc:spChg chg="del">
          <ac:chgData name="Zara de Souza" userId="3ab27e812772591b" providerId="LiveId" clId="{FB76351C-C88C-4DC7-8961-A107766A33A3}" dt="2025-11-12T00:29:23.949" v="1842" actId="478"/>
          <ac:spMkLst>
            <pc:docMk/>
            <pc:sldMk cId="1855157629" sldId="305"/>
            <ac:spMk id="449" creationId="{5BBD0122-05D6-98F8-F37B-4E9958482C02}"/>
          </ac:spMkLst>
        </pc:spChg>
        <pc:spChg chg="del">
          <ac:chgData name="Zara de Souza" userId="3ab27e812772591b" providerId="LiveId" clId="{FB76351C-C88C-4DC7-8961-A107766A33A3}" dt="2025-11-12T00:29:23.949" v="1842" actId="478"/>
          <ac:spMkLst>
            <pc:docMk/>
            <pc:sldMk cId="1855157629" sldId="305"/>
            <ac:spMk id="450" creationId="{526B7711-7355-27AC-181B-3F211740F146}"/>
          </ac:spMkLst>
        </pc:spChg>
        <pc:spChg chg="del mod">
          <ac:chgData name="Zara de Souza" userId="3ab27e812772591b" providerId="LiveId" clId="{FB76351C-C88C-4DC7-8961-A107766A33A3}" dt="2025-11-12T00:30:08.501" v="1862" actId="478"/>
          <ac:spMkLst>
            <pc:docMk/>
            <pc:sldMk cId="1855157629" sldId="305"/>
            <ac:spMk id="452" creationId="{7045127B-CFB3-54A3-2287-FDED72C3FA83}"/>
          </ac:spMkLst>
        </pc:spChg>
        <pc:spChg chg="del">
          <ac:chgData name="Zara de Souza" userId="3ab27e812772591b" providerId="LiveId" clId="{FB76351C-C88C-4DC7-8961-A107766A33A3}" dt="2025-11-12T00:29:23.949" v="1842" actId="478"/>
          <ac:spMkLst>
            <pc:docMk/>
            <pc:sldMk cId="1855157629" sldId="305"/>
            <ac:spMk id="453" creationId="{AB4AAADB-FDEB-646F-3A21-240D40FA9C2F}"/>
          </ac:spMkLst>
        </pc:spChg>
        <pc:spChg chg="del">
          <ac:chgData name="Zara de Souza" userId="3ab27e812772591b" providerId="LiveId" clId="{FB76351C-C88C-4DC7-8961-A107766A33A3}" dt="2025-11-12T00:28:37.076" v="1808" actId="478"/>
          <ac:spMkLst>
            <pc:docMk/>
            <pc:sldMk cId="1855157629" sldId="305"/>
            <ac:spMk id="454" creationId="{8FB3A386-D33F-1D16-0C89-4D1CE75F93E1}"/>
          </ac:spMkLst>
        </pc:spChg>
        <pc:spChg chg="del">
          <ac:chgData name="Zara de Souza" userId="3ab27e812772591b" providerId="LiveId" clId="{FB76351C-C88C-4DC7-8961-A107766A33A3}" dt="2025-11-12T00:28:37.076" v="1808" actId="478"/>
          <ac:spMkLst>
            <pc:docMk/>
            <pc:sldMk cId="1855157629" sldId="305"/>
            <ac:spMk id="455" creationId="{FCB75108-E97A-B8FC-73A4-89D5AC957A40}"/>
          </ac:spMkLst>
        </pc:spChg>
        <pc:spChg chg="del">
          <ac:chgData name="Zara de Souza" userId="3ab27e812772591b" providerId="LiveId" clId="{FB76351C-C88C-4DC7-8961-A107766A33A3}" dt="2025-11-12T00:28:37.076" v="1808" actId="478"/>
          <ac:spMkLst>
            <pc:docMk/>
            <pc:sldMk cId="1855157629" sldId="305"/>
            <ac:spMk id="456" creationId="{FC41345A-B336-4685-55FA-2491B932581E}"/>
          </ac:spMkLst>
        </pc:spChg>
        <pc:spChg chg="del">
          <ac:chgData name="Zara de Souza" userId="3ab27e812772591b" providerId="LiveId" clId="{FB76351C-C88C-4DC7-8961-A107766A33A3}" dt="2025-11-12T00:29:23.949" v="1842" actId="478"/>
          <ac:spMkLst>
            <pc:docMk/>
            <pc:sldMk cId="1855157629" sldId="305"/>
            <ac:spMk id="457" creationId="{4F4C1C80-1721-C2A1-EFA9-659D21CCBAC4}"/>
          </ac:spMkLst>
        </pc:spChg>
        <pc:spChg chg="del">
          <ac:chgData name="Zara de Souza" userId="3ab27e812772591b" providerId="LiveId" clId="{FB76351C-C88C-4DC7-8961-A107766A33A3}" dt="2025-11-12T00:29:23.949" v="1842" actId="478"/>
          <ac:spMkLst>
            <pc:docMk/>
            <pc:sldMk cId="1855157629" sldId="305"/>
            <ac:spMk id="458" creationId="{897B59DB-4B95-8DF7-BA15-09190D38B520}"/>
          </ac:spMkLst>
        </pc:spChg>
        <pc:spChg chg="del">
          <ac:chgData name="Zara de Souza" userId="3ab27e812772591b" providerId="LiveId" clId="{FB76351C-C88C-4DC7-8961-A107766A33A3}" dt="2025-11-12T00:28:37.076" v="1808" actId="478"/>
          <ac:spMkLst>
            <pc:docMk/>
            <pc:sldMk cId="1855157629" sldId="305"/>
            <ac:spMk id="459" creationId="{F4699BCC-1CBB-629E-E186-6B508390BA18}"/>
          </ac:spMkLst>
        </pc:spChg>
        <pc:picChg chg="add mod">
          <ac:chgData name="Zara de Souza" userId="3ab27e812772591b" providerId="LiveId" clId="{FB76351C-C88C-4DC7-8961-A107766A33A3}" dt="2025-11-12T00:32:40.710" v="2051" actId="1076"/>
          <ac:picMkLst>
            <pc:docMk/>
            <pc:sldMk cId="1855157629" sldId="305"/>
            <ac:picMk id="11" creationId="{C9D46AF2-0283-774E-981F-2E0D0C0D99DF}"/>
          </ac:picMkLst>
        </pc:picChg>
      </pc:sldChg>
      <pc:sldChg chg="add del">
        <pc:chgData name="Zara de Souza" userId="3ab27e812772591b" providerId="LiveId" clId="{FB76351C-C88C-4DC7-8961-A107766A33A3}" dt="2025-11-12T00:57:42.444" v="2077" actId="47"/>
        <pc:sldMkLst>
          <pc:docMk/>
          <pc:sldMk cId="3684686050" sldId="306"/>
        </pc:sldMkLst>
      </pc:sldChg>
      <pc:sldChg chg="addSp delSp modSp add del mod ord">
        <pc:chgData name="Zara de Souza" userId="3ab27e812772591b" providerId="LiveId" clId="{FB76351C-C88C-4DC7-8961-A107766A33A3}" dt="2025-11-12T01:00:04.991" v="2206" actId="47"/>
        <pc:sldMkLst>
          <pc:docMk/>
          <pc:sldMk cId="874094857" sldId="307"/>
        </pc:sldMkLst>
        <pc:spChg chg="add mod">
          <ac:chgData name="Zara de Souza" userId="3ab27e812772591b" providerId="LiveId" clId="{FB76351C-C88C-4DC7-8961-A107766A33A3}" dt="2025-11-12T00:57:56.254" v="2079"/>
          <ac:spMkLst>
            <pc:docMk/>
            <pc:sldMk cId="874094857" sldId="307"/>
            <ac:spMk id="2" creationId="{DC9F8C03-D552-D86B-93C9-05D342F3DFE4}"/>
          </ac:spMkLst>
        </pc:spChg>
        <pc:spChg chg="add del mod">
          <ac:chgData name="Zara de Souza" userId="3ab27e812772591b" providerId="LiveId" clId="{FB76351C-C88C-4DC7-8961-A107766A33A3}" dt="2025-11-12T00:58:00.972" v="2083" actId="478"/>
          <ac:spMkLst>
            <pc:docMk/>
            <pc:sldMk cId="874094857" sldId="307"/>
            <ac:spMk id="4" creationId="{34BDD0A6-1CA8-4333-77E1-FD383F70DC0D}"/>
          </ac:spMkLst>
        </pc:spChg>
        <pc:spChg chg="add mod">
          <ac:chgData name="Zara de Souza" userId="3ab27e812772591b" providerId="LiveId" clId="{FB76351C-C88C-4DC7-8961-A107766A33A3}" dt="2025-11-12T00:57:59.721" v="2082"/>
          <ac:spMkLst>
            <pc:docMk/>
            <pc:sldMk cId="874094857" sldId="307"/>
            <ac:spMk id="5" creationId="{6CB6AB2D-D0F2-A44E-C3F5-305B3F868DB6}"/>
          </ac:spMkLst>
        </pc:spChg>
        <pc:spChg chg="add mod">
          <ac:chgData name="Zara de Souza" userId="3ab27e812772591b" providerId="LiveId" clId="{FB76351C-C88C-4DC7-8961-A107766A33A3}" dt="2025-11-12T00:58:04.859" v="2086" actId="404"/>
          <ac:spMkLst>
            <pc:docMk/>
            <pc:sldMk cId="874094857" sldId="307"/>
            <ac:spMk id="6" creationId="{8F8B6959-4C33-934A-8B53-EA81340207A6}"/>
          </ac:spMkLst>
        </pc:spChg>
        <pc:spChg chg="del">
          <ac:chgData name="Zara de Souza" userId="3ab27e812772591b" providerId="LiveId" clId="{FB76351C-C88C-4DC7-8961-A107766A33A3}" dt="2025-11-12T00:57:58.239" v="2080" actId="478"/>
          <ac:spMkLst>
            <pc:docMk/>
            <pc:sldMk cId="874094857" sldId="307"/>
            <ac:spMk id="526" creationId="{181B2C12-C0C8-B89A-465C-F09DD62D51AC}"/>
          </ac:spMkLst>
        </pc:spChg>
      </pc:sldChg>
      <pc:sldChg chg="addSp delSp modSp add mod ord">
        <pc:chgData name="Zara de Souza" userId="3ab27e812772591b" providerId="LiveId" clId="{FB76351C-C88C-4DC7-8961-A107766A33A3}" dt="2025-11-12T12:57:36.303" v="2879" actId="404"/>
        <pc:sldMkLst>
          <pc:docMk/>
          <pc:sldMk cId="2497878145" sldId="308"/>
        </pc:sldMkLst>
        <pc:spChg chg="mod">
          <ac:chgData name="Zara de Souza" userId="3ab27e812772591b" providerId="LiveId" clId="{FB76351C-C88C-4DC7-8961-A107766A33A3}" dt="2025-11-12T12:57:36.303" v="2879" actId="404"/>
          <ac:spMkLst>
            <pc:docMk/>
            <pc:sldMk cId="2497878145" sldId="308"/>
            <ac:spMk id="6" creationId="{18C0EDA6-5635-5E54-675E-0E9BF7C8161D}"/>
          </ac:spMkLst>
        </pc:spChg>
        <pc:spChg chg="add mod">
          <ac:chgData name="Zara de Souza" userId="3ab27e812772591b" providerId="LiveId" clId="{FB76351C-C88C-4DC7-8961-A107766A33A3}" dt="2025-11-12T00:58:21.879" v="2089"/>
          <ac:spMkLst>
            <pc:docMk/>
            <pc:sldMk cId="2497878145" sldId="308"/>
            <ac:spMk id="7" creationId="{6B116683-D2DC-C974-8BD5-69138E4A779B}"/>
          </ac:spMkLst>
        </pc:spChg>
        <pc:spChg chg="add mod">
          <ac:chgData name="Zara de Souza" userId="3ab27e812772591b" providerId="LiveId" clId="{FB76351C-C88C-4DC7-8961-A107766A33A3}" dt="2025-11-12T00:58:21.879" v="2089"/>
          <ac:spMkLst>
            <pc:docMk/>
            <pc:sldMk cId="2497878145" sldId="308"/>
            <ac:spMk id="8" creationId="{D103B8B7-8B2A-BAF8-2D97-B01492825E4D}"/>
          </ac:spMkLst>
        </pc:spChg>
        <pc:spChg chg="add mod">
          <ac:chgData name="Zara de Souza" userId="3ab27e812772591b" providerId="LiveId" clId="{FB76351C-C88C-4DC7-8961-A107766A33A3}" dt="2025-11-12T00:58:21.879" v="2089"/>
          <ac:spMkLst>
            <pc:docMk/>
            <pc:sldMk cId="2497878145" sldId="308"/>
            <ac:spMk id="10" creationId="{A76F93CA-9D46-CA9D-18A5-A1890118DF22}"/>
          </ac:spMkLst>
        </pc:spChg>
        <pc:spChg chg="add mod">
          <ac:chgData name="Zara de Souza" userId="3ab27e812772591b" providerId="LiveId" clId="{FB76351C-C88C-4DC7-8961-A107766A33A3}" dt="2025-11-12T00:59:03.465" v="2097" actId="1076"/>
          <ac:spMkLst>
            <pc:docMk/>
            <pc:sldMk cId="2497878145" sldId="308"/>
            <ac:spMk id="17" creationId="{626D63B9-1E43-3D4E-D86E-E460452F173C}"/>
          </ac:spMkLst>
        </pc:spChg>
        <pc:spChg chg="add mod">
          <ac:chgData name="Zara de Souza" userId="3ab27e812772591b" providerId="LiveId" clId="{FB76351C-C88C-4DC7-8961-A107766A33A3}" dt="2025-11-12T01:10:30.734" v="2365" actId="14100"/>
          <ac:spMkLst>
            <pc:docMk/>
            <pc:sldMk cId="2497878145" sldId="308"/>
            <ac:spMk id="20" creationId="{C9305CCC-D7B6-DA31-AAE4-65469775C2CA}"/>
          </ac:spMkLst>
        </pc:spChg>
        <pc:spChg chg="add mod">
          <ac:chgData name="Zara de Souza" userId="3ab27e812772591b" providerId="LiveId" clId="{FB76351C-C88C-4DC7-8961-A107766A33A3}" dt="2025-11-12T01:02:12.048" v="2265" actId="1076"/>
          <ac:spMkLst>
            <pc:docMk/>
            <pc:sldMk cId="2497878145" sldId="308"/>
            <ac:spMk id="21" creationId="{577CAB6F-5071-D047-0BC5-33DABD86BF1D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29" creationId="{59204D78-CA1B-7090-50D4-C691D4EF60D0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32" creationId="{C7B193E5-1FBE-B74A-7087-AFF7F76BD3A6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33" creationId="{2365AE8A-73CF-EB3F-8699-848FFDB564CF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35" creationId="{15B1E5D6-033E-FC3C-D83E-5EB3623CF5AA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37" creationId="{D47A577C-93B5-CBFB-0F10-3CD4AD212060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41" creationId="{9B5875A4-9262-AC4B-FEC2-58BEBA082F17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42" creationId="{43AEA55A-B4B2-2C9A-252F-C2050E4B3F5C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43" creationId="{E4FB419B-FA26-4D22-3C90-529411C9E110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45" creationId="{3A879A50-3AD1-DBF7-B21F-1117B2F75E3E}"/>
          </ac:spMkLst>
        </pc:spChg>
        <pc:spChg chg="del">
          <ac:chgData name="Zara de Souza" userId="3ab27e812772591b" providerId="LiveId" clId="{FB76351C-C88C-4DC7-8961-A107766A33A3}" dt="2025-11-12T00:58:15.170" v="2088" actId="478"/>
          <ac:spMkLst>
            <pc:docMk/>
            <pc:sldMk cId="2497878145" sldId="308"/>
            <ac:spMk id="546" creationId="{FE320813-9020-B85F-B20A-2502FD29661A}"/>
          </ac:spMkLst>
        </pc:spChg>
        <pc:picChg chg="add mod">
          <ac:chgData name="Zara de Souza" userId="3ab27e812772591b" providerId="LiveId" clId="{FB76351C-C88C-4DC7-8961-A107766A33A3}" dt="2025-11-12T00:58:59.414" v="2096" actId="1076"/>
          <ac:picMkLst>
            <pc:docMk/>
            <pc:sldMk cId="2497878145" sldId="308"/>
            <ac:picMk id="2" creationId="{1A45E073-3413-68F7-4600-E4C00DDC5F4F}"/>
          </ac:picMkLst>
        </pc:picChg>
        <pc:picChg chg="add mod">
          <ac:chgData name="Zara de Souza" userId="3ab27e812772591b" providerId="LiveId" clId="{FB76351C-C88C-4DC7-8961-A107766A33A3}" dt="2025-11-12T00:58:21.879" v="2089"/>
          <ac:picMkLst>
            <pc:docMk/>
            <pc:sldMk cId="2497878145" sldId="308"/>
            <ac:picMk id="9" creationId="{275A7930-2F91-64A5-AA9E-D39526CBCD78}"/>
          </ac:picMkLst>
        </pc:picChg>
        <pc:picChg chg="add mod">
          <ac:chgData name="Zara de Souza" userId="3ab27e812772591b" providerId="LiveId" clId="{FB76351C-C88C-4DC7-8961-A107766A33A3}" dt="2025-11-12T00:58:59.414" v="2096" actId="1076"/>
          <ac:picMkLst>
            <pc:docMk/>
            <pc:sldMk cId="2497878145" sldId="308"/>
            <ac:picMk id="11" creationId="{6F0284B2-91FD-BB79-08B7-4B1DB6A557FC}"/>
          </ac:picMkLst>
        </pc:picChg>
        <pc:picChg chg="add mod">
          <ac:chgData name="Zara de Souza" userId="3ab27e812772591b" providerId="LiveId" clId="{FB76351C-C88C-4DC7-8961-A107766A33A3}" dt="2025-11-12T00:58:21.879" v="2089"/>
          <ac:picMkLst>
            <pc:docMk/>
            <pc:sldMk cId="2497878145" sldId="308"/>
            <ac:picMk id="12" creationId="{7390684B-B44B-3B02-0C33-AB61FE09142E}"/>
          </ac:picMkLst>
        </pc:picChg>
        <pc:picChg chg="add mod">
          <ac:chgData name="Zara de Souza" userId="3ab27e812772591b" providerId="LiveId" clId="{FB76351C-C88C-4DC7-8961-A107766A33A3}" dt="2025-11-12T00:59:17.351" v="2102" actId="1076"/>
          <ac:picMkLst>
            <pc:docMk/>
            <pc:sldMk cId="2497878145" sldId="308"/>
            <ac:picMk id="18" creationId="{5649FB3F-4DA9-4615-9DAE-1B714529EBAB}"/>
          </ac:picMkLst>
        </pc:picChg>
        <pc:picChg chg="add mod">
          <ac:chgData name="Zara de Souza" userId="3ab27e812772591b" providerId="LiveId" clId="{FB76351C-C88C-4DC7-8961-A107766A33A3}" dt="2025-11-12T00:59:25.541" v="2104" actId="1076"/>
          <ac:picMkLst>
            <pc:docMk/>
            <pc:sldMk cId="2497878145" sldId="308"/>
            <ac:picMk id="19" creationId="{59A03F01-9B68-AAA2-CE82-713A9E6C6D4E}"/>
          </ac:picMkLst>
        </pc:picChg>
        <pc:picChg chg="add mod">
          <ac:chgData name="Zara de Souza" userId="3ab27e812772591b" providerId="LiveId" clId="{FB76351C-C88C-4DC7-8961-A107766A33A3}" dt="2025-11-12T01:01:09.612" v="2215" actId="1076"/>
          <ac:picMkLst>
            <pc:docMk/>
            <pc:sldMk cId="2497878145" sldId="308"/>
            <ac:picMk id="10242" creationId="{04382173-8289-1298-C820-656D2AC1D560}"/>
          </ac:picMkLst>
        </pc:picChg>
      </pc:sldChg>
      <pc:sldChg chg="add del">
        <pc:chgData name="Zara de Souza" userId="3ab27e812772591b" providerId="LiveId" clId="{FB76351C-C88C-4DC7-8961-A107766A33A3}" dt="2025-11-12T01:03:06.023" v="2271" actId="47"/>
        <pc:sldMkLst>
          <pc:docMk/>
          <pc:sldMk cId="789744600" sldId="309"/>
        </pc:sldMkLst>
      </pc:sldChg>
      <pc:sldChg chg="addSp delSp modSp add mod ord">
        <pc:chgData name="Zara de Souza" userId="3ab27e812772591b" providerId="LiveId" clId="{FB76351C-C88C-4DC7-8961-A107766A33A3}" dt="2025-11-12T18:17:57.104" v="2986"/>
        <pc:sldMkLst>
          <pc:docMk/>
          <pc:sldMk cId="373444203" sldId="310"/>
        </pc:sldMkLst>
        <pc:spChg chg="add del mod">
          <ac:chgData name="Zara de Souza" userId="3ab27e812772591b" providerId="LiveId" clId="{FB76351C-C88C-4DC7-8961-A107766A33A3}" dt="2025-11-12T01:03:22.404" v="2274" actId="478"/>
          <ac:spMkLst>
            <pc:docMk/>
            <pc:sldMk cId="373444203" sldId="310"/>
            <ac:spMk id="3" creationId="{C3E356BF-2EDE-B5D6-9ABB-D92918156B39}"/>
          </ac:spMkLst>
        </pc:spChg>
        <pc:spChg chg="add mod">
          <ac:chgData name="Zara de Souza" userId="3ab27e812772591b" providerId="LiveId" clId="{FB76351C-C88C-4DC7-8961-A107766A33A3}" dt="2025-11-12T12:58:14.603" v="2882" actId="404"/>
          <ac:spMkLst>
            <pc:docMk/>
            <pc:sldMk cId="373444203" sldId="310"/>
            <ac:spMk id="4" creationId="{CDC60063-8684-EEC7-5B1B-6F10104995F2}"/>
          </ac:spMkLst>
        </pc:spChg>
        <pc:spChg chg="add del mod">
          <ac:chgData name="Zara de Souza" userId="3ab27e812772591b" providerId="LiveId" clId="{FB76351C-C88C-4DC7-8961-A107766A33A3}" dt="2025-11-12T01:03:35.115" v="2289" actId="478"/>
          <ac:spMkLst>
            <pc:docMk/>
            <pc:sldMk cId="373444203" sldId="310"/>
            <ac:spMk id="6" creationId="{B3F70677-FE54-7F05-5226-310B8B045511}"/>
          </ac:spMkLst>
        </pc:spChg>
        <pc:spChg chg="add del mod">
          <ac:chgData name="Zara de Souza" userId="3ab27e812772591b" providerId="LiveId" clId="{FB76351C-C88C-4DC7-8961-A107766A33A3}" dt="2025-11-12T01:03:55.112" v="2294" actId="478"/>
          <ac:spMkLst>
            <pc:docMk/>
            <pc:sldMk cId="373444203" sldId="310"/>
            <ac:spMk id="9" creationId="{07FA2BF0-A681-16D6-41B6-2C7308C4A2FE}"/>
          </ac:spMkLst>
        </pc:spChg>
        <pc:spChg chg="add del mod">
          <ac:chgData name="Zara de Souza" userId="3ab27e812772591b" providerId="LiveId" clId="{FB76351C-C88C-4DC7-8961-A107766A33A3}" dt="2025-11-12T01:04:02.978" v="2297" actId="478"/>
          <ac:spMkLst>
            <pc:docMk/>
            <pc:sldMk cId="373444203" sldId="310"/>
            <ac:spMk id="11" creationId="{AF2603A5-97D3-9EC0-3134-0A382524C229}"/>
          </ac:spMkLst>
        </pc:spChg>
        <pc:spChg chg="add mod">
          <ac:chgData name="Zara de Souza" userId="3ab27e812772591b" providerId="LiveId" clId="{FB76351C-C88C-4DC7-8961-A107766A33A3}" dt="2025-11-12T01:09:44.346" v="2359"/>
          <ac:spMkLst>
            <pc:docMk/>
            <pc:sldMk cId="373444203" sldId="310"/>
            <ac:spMk id="13" creationId="{15A0B9A3-6530-D374-14DA-4BD86BDA1261}"/>
          </ac:spMkLst>
        </pc:spChg>
        <pc:spChg chg="add del mod">
          <ac:chgData name="Zara de Souza" userId="3ab27e812772591b" providerId="LiveId" clId="{FB76351C-C88C-4DC7-8961-A107766A33A3}" dt="2025-11-12T01:05:08.751" v="2313" actId="478"/>
          <ac:spMkLst>
            <pc:docMk/>
            <pc:sldMk cId="373444203" sldId="310"/>
            <ac:spMk id="15" creationId="{04E03367-9ADB-A34E-CAEC-3B98B16FC225}"/>
          </ac:spMkLst>
        </pc:spChg>
        <pc:spChg chg="add mod">
          <ac:chgData name="Zara de Souza" userId="3ab27e812772591b" providerId="LiveId" clId="{FB76351C-C88C-4DC7-8961-A107766A33A3}" dt="2025-11-12T01:06:16.101" v="2328"/>
          <ac:spMkLst>
            <pc:docMk/>
            <pc:sldMk cId="373444203" sldId="310"/>
            <ac:spMk id="16" creationId="{27163844-16BA-A54A-20A9-119B6F9B349E}"/>
          </ac:spMkLst>
        </pc:spChg>
        <pc:spChg chg="add mod">
          <ac:chgData name="Zara de Souza" userId="3ab27e812772591b" providerId="LiveId" clId="{FB76351C-C88C-4DC7-8961-A107766A33A3}" dt="2025-11-12T01:09:15.345" v="2358" actId="208"/>
          <ac:spMkLst>
            <pc:docMk/>
            <pc:sldMk cId="373444203" sldId="310"/>
            <ac:spMk id="18" creationId="{8ED1006B-3785-9FD3-2404-685F676DC305}"/>
          </ac:spMkLst>
        </pc:spChg>
        <pc:spChg chg="add del">
          <ac:chgData name="Zara de Souza" userId="3ab27e812772591b" providerId="LiveId" clId="{FB76351C-C88C-4DC7-8961-A107766A33A3}" dt="2025-11-12T01:07:40.009" v="2345" actId="478"/>
          <ac:spMkLst>
            <pc:docMk/>
            <pc:sldMk cId="373444203" sldId="310"/>
            <ac:spMk id="21" creationId="{BA653829-5937-8264-3BC4-213DDC27E2B1}"/>
          </ac:spMkLst>
        </pc:spChg>
        <pc:spChg chg="del">
          <ac:chgData name="Zara de Souza" userId="3ab27e812772591b" providerId="LiveId" clId="{FB76351C-C88C-4DC7-8961-A107766A33A3}" dt="2025-11-12T01:03:19.302" v="2273" actId="478"/>
          <ac:spMkLst>
            <pc:docMk/>
            <pc:sldMk cId="373444203" sldId="310"/>
            <ac:spMk id="619" creationId="{FBFDB027-8067-B476-488F-88C289876F99}"/>
          </ac:spMkLst>
        </pc:spChg>
        <pc:spChg chg="del">
          <ac:chgData name="Zara de Souza" userId="3ab27e812772591b" providerId="LiveId" clId="{FB76351C-C88C-4DC7-8961-A107766A33A3}" dt="2025-11-12T01:05:07.334" v="2312" actId="478"/>
          <ac:spMkLst>
            <pc:docMk/>
            <pc:sldMk cId="373444203" sldId="310"/>
            <ac:spMk id="620" creationId="{284EA346-E5E4-5DDB-5430-E8F8072284CD}"/>
          </ac:spMkLst>
        </pc:spChg>
        <pc:grpChg chg="add del mod">
          <ac:chgData name="Zara de Souza" userId="3ab27e812772591b" providerId="LiveId" clId="{FB76351C-C88C-4DC7-8961-A107766A33A3}" dt="2025-11-12T01:09:48.752" v="2361" actId="478"/>
          <ac:grpSpMkLst>
            <pc:docMk/>
            <pc:sldMk cId="373444203" sldId="310"/>
            <ac:grpSpMk id="20" creationId="{96225326-7A20-95CA-1671-E01FB876BCDA}"/>
          </ac:grpSpMkLst>
        </pc:grpChg>
        <pc:grpChg chg="del mod">
          <ac:chgData name="Zara de Souza" userId="3ab27e812772591b" providerId="LiveId" clId="{FB76351C-C88C-4DC7-8961-A107766A33A3}" dt="2025-11-12T01:04:16.741" v="2299" actId="478"/>
          <ac:grpSpMkLst>
            <pc:docMk/>
            <pc:sldMk cId="373444203" sldId="310"/>
            <ac:grpSpMk id="630" creationId="{56326C07-6C00-DA46-965B-C42F37ACEE2C}"/>
          </ac:grpSpMkLst>
        </pc:grpChg>
        <pc:picChg chg="add mod">
          <ac:chgData name="Zara de Souza" userId="3ab27e812772591b" providerId="LiveId" clId="{FB76351C-C88C-4DC7-8961-A107766A33A3}" dt="2025-11-12T18:17:57.104" v="2986"/>
          <ac:picMkLst>
            <pc:docMk/>
            <pc:sldMk cId="373444203" sldId="310"/>
            <ac:picMk id="7" creationId="{46C4AC2E-9710-EA38-7CDA-9E01701BD766}"/>
          </ac:picMkLst>
        </pc:picChg>
        <pc:picChg chg="add mod">
          <ac:chgData name="Zara de Souza" userId="3ab27e812772591b" providerId="LiveId" clId="{FB76351C-C88C-4DC7-8961-A107766A33A3}" dt="2025-11-12T01:08:31.512" v="2354" actId="1076"/>
          <ac:picMkLst>
            <pc:docMk/>
            <pc:sldMk cId="373444203" sldId="310"/>
            <ac:picMk id="12" creationId="{566D0590-28DA-DF5B-1F6A-891324A5EABA}"/>
          </ac:picMkLst>
        </pc:picChg>
        <pc:picChg chg="add mod">
          <ac:chgData name="Zara de Souza" userId="3ab27e812772591b" providerId="LiveId" clId="{FB76351C-C88C-4DC7-8961-A107766A33A3}" dt="2025-11-12T01:06:16.101" v="2328"/>
          <ac:picMkLst>
            <pc:docMk/>
            <pc:sldMk cId="373444203" sldId="310"/>
            <ac:picMk id="17" creationId="{AFADF198-7AA8-C6E7-5278-0FB3C7C9B7E6}"/>
          </ac:picMkLst>
        </pc:picChg>
        <pc:picChg chg="add mod">
          <ac:chgData name="Zara de Souza" userId="3ab27e812772591b" providerId="LiveId" clId="{FB76351C-C88C-4DC7-8961-A107766A33A3}" dt="2025-11-12T01:09:15.345" v="2358" actId="208"/>
          <ac:picMkLst>
            <pc:docMk/>
            <pc:sldMk cId="373444203" sldId="310"/>
            <ac:picMk id="19" creationId="{455E5E13-62C5-C860-E12F-563AE316752E}"/>
          </ac:picMkLst>
        </pc:picChg>
        <pc:picChg chg="del mod">
          <ac:chgData name="Zara de Souza" userId="3ab27e812772591b" providerId="LiveId" clId="{FB76351C-C88C-4DC7-8961-A107766A33A3}" dt="2025-11-12T01:09:58.745" v="2363" actId="478"/>
          <ac:picMkLst>
            <pc:docMk/>
            <pc:sldMk cId="373444203" sldId="310"/>
            <ac:picMk id="22" creationId="{8104F3BF-2B96-2BC7-0B3B-943DA9947D42}"/>
          </ac:picMkLst>
        </pc:picChg>
        <pc:picChg chg="del">
          <ac:chgData name="Zara de Souza" userId="3ab27e812772591b" providerId="LiveId" clId="{FB76351C-C88C-4DC7-8961-A107766A33A3}" dt="2025-11-12T01:03:44.782" v="2291" actId="478"/>
          <ac:picMkLst>
            <pc:docMk/>
            <pc:sldMk cId="373444203" sldId="310"/>
            <ac:picMk id="621" creationId="{C031FF75-E58E-32FE-97AC-488CD38F3455}"/>
          </ac:picMkLst>
        </pc:picChg>
        <pc:picChg chg="del">
          <ac:chgData name="Zara de Souza" userId="3ab27e812772591b" providerId="LiveId" clId="{FB76351C-C88C-4DC7-8961-A107766A33A3}" dt="2025-11-12T01:03:33.239" v="2288" actId="478"/>
          <ac:picMkLst>
            <pc:docMk/>
            <pc:sldMk cId="373444203" sldId="310"/>
            <ac:picMk id="622" creationId="{5EA8CCC9-560A-B4E7-1352-18DDDAC362D5}"/>
          </ac:picMkLst>
        </pc:picChg>
        <pc:picChg chg="del">
          <ac:chgData name="Zara de Souza" userId="3ab27e812772591b" providerId="LiveId" clId="{FB76351C-C88C-4DC7-8961-A107766A33A3}" dt="2025-11-12T01:03:58.464" v="2295" actId="478"/>
          <ac:picMkLst>
            <pc:docMk/>
            <pc:sldMk cId="373444203" sldId="310"/>
            <ac:picMk id="623" creationId="{E64A471A-58C4-3DA2-7828-3C68DE0F79B1}"/>
          </ac:picMkLst>
        </pc:picChg>
      </pc:sldChg>
      <pc:sldChg chg="addSp delSp modSp add del mod">
        <pc:chgData name="Zara de Souza" userId="3ab27e812772591b" providerId="LiveId" clId="{FB76351C-C88C-4DC7-8961-A107766A33A3}" dt="2025-11-12T01:22:58.666" v="2564" actId="47"/>
        <pc:sldMkLst>
          <pc:docMk/>
          <pc:sldMk cId="1753443316" sldId="311"/>
        </pc:sldMkLst>
        <pc:spChg chg="add del mod">
          <ac:chgData name="Zara de Souza" userId="3ab27e812772591b" providerId="LiveId" clId="{FB76351C-C88C-4DC7-8961-A107766A33A3}" dt="2025-11-12T01:11:51.434" v="2372" actId="478"/>
          <ac:spMkLst>
            <pc:docMk/>
            <pc:sldMk cId="1753443316" sldId="311"/>
            <ac:spMk id="2" creationId="{C972D865-13A1-89B3-37B6-9D0FEAB0D8A2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3" creationId="{4E2D4023-AE07-CE48-3E26-6A988809D99D}"/>
          </ac:spMkLst>
        </pc:spChg>
        <pc:spChg chg="del">
          <ac:chgData name="Zara de Souza" userId="3ab27e812772591b" providerId="LiveId" clId="{FB76351C-C88C-4DC7-8961-A107766A33A3}" dt="2025-11-12T01:11:49.057" v="2371" actId="478"/>
          <ac:spMkLst>
            <pc:docMk/>
            <pc:sldMk cId="1753443316" sldId="311"/>
            <ac:spMk id="4" creationId="{50B4007E-65CE-B7BF-260D-7EBF341EB444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5" creationId="{E9FB32F5-F699-BFCD-81AB-7334EF6A4B5F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11" creationId="{4D52967F-DDDB-A127-3B71-41F84E71FCFF}"/>
          </ac:spMkLst>
        </pc:spChg>
        <pc:spChg chg="del">
          <ac:chgData name="Zara de Souza" userId="3ab27e812772591b" providerId="LiveId" clId="{FB76351C-C88C-4DC7-8961-A107766A33A3}" dt="2025-11-12T01:11:49.057" v="2371" actId="478"/>
          <ac:spMkLst>
            <pc:docMk/>
            <pc:sldMk cId="1753443316" sldId="311"/>
            <ac:spMk id="13" creationId="{78315815-C16B-CB76-DBAE-EB93F944A6C4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14" creationId="{7DAE1B35-1C2D-DC6C-47B4-E8606CC02EF5}"/>
          </ac:spMkLst>
        </pc:spChg>
        <pc:spChg chg="add del mod">
          <ac:chgData name="Zara de Souza" userId="3ab27e812772591b" providerId="LiveId" clId="{FB76351C-C88C-4DC7-8961-A107766A33A3}" dt="2025-11-12T01:12:47.233" v="2377" actId="478"/>
          <ac:spMkLst>
            <pc:docMk/>
            <pc:sldMk cId="1753443316" sldId="311"/>
            <ac:spMk id="15" creationId="{B109E5C5-5406-AF72-AE8A-68FC47A854CC}"/>
          </ac:spMkLst>
        </pc:spChg>
        <pc:spChg chg="add del mod">
          <ac:chgData name="Zara de Souza" userId="3ab27e812772591b" providerId="LiveId" clId="{FB76351C-C88C-4DC7-8961-A107766A33A3}" dt="2025-11-12T01:12:47.233" v="2377" actId="478"/>
          <ac:spMkLst>
            <pc:docMk/>
            <pc:sldMk cId="1753443316" sldId="311"/>
            <ac:spMk id="16" creationId="{04552CA4-1DB1-CD8E-89E9-A01D4FF7CE58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17" creationId="{72C41308-5ED1-F879-ACF3-09576D46A520}"/>
          </ac:spMkLst>
        </pc:spChg>
        <pc:spChg chg="add mod">
          <ac:chgData name="Zara de Souza" userId="3ab27e812772591b" providerId="LiveId" clId="{FB76351C-C88C-4DC7-8961-A107766A33A3}" dt="2025-11-12T01:13:02.702" v="2443" actId="1037"/>
          <ac:spMkLst>
            <pc:docMk/>
            <pc:sldMk cId="1753443316" sldId="311"/>
            <ac:spMk id="18" creationId="{F8250D7A-51A5-D00B-CA04-F3C42E434E51}"/>
          </ac:spMkLst>
        </pc:spChg>
        <pc:spChg chg="add mod">
          <ac:chgData name="Zara de Souza" userId="3ab27e812772591b" providerId="LiveId" clId="{FB76351C-C88C-4DC7-8961-A107766A33A3}" dt="2025-11-12T01:17:17.704" v="2448" actId="1076"/>
          <ac:spMkLst>
            <pc:docMk/>
            <pc:sldMk cId="1753443316" sldId="311"/>
            <ac:spMk id="19" creationId="{51D3FBC4-A565-28FB-6F8C-8FE58A067698}"/>
          </ac:spMkLst>
        </pc:spChg>
        <pc:spChg chg="add mod">
          <ac:chgData name="Zara de Souza" userId="3ab27e812772591b" providerId="LiveId" clId="{FB76351C-C88C-4DC7-8961-A107766A33A3}" dt="2025-11-12T01:19:58.771" v="2480" actId="1076"/>
          <ac:spMkLst>
            <pc:docMk/>
            <pc:sldMk cId="1753443316" sldId="311"/>
            <ac:spMk id="20" creationId="{D2186AFE-7D7F-2838-D929-ADDB71483525}"/>
          </ac:spMkLst>
        </pc:spChg>
        <pc:spChg chg="add mod">
          <ac:chgData name="Zara de Souza" userId="3ab27e812772591b" providerId="LiveId" clId="{FB76351C-C88C-4DC7-8961-A107766A33A3}" dt="2025-11-12T01:21:06.250" v="2510" actId="20577"/>
          <ac:spMkLst>
            <pc:docMk/>
            <pc:sldMk cId="1753443316" sldId="311"/>
            <ac:spMk id="21" creationId="{F567247E-7B78-7F84-21C1-D34D5FF92E21}"/>
          </ac:spMkLst>
        </pc:spChg>
        <pc:picChg chg="add mod">
          <ac:chgData name="Zara de Souza" userId="3ab27e812772591b" providerId="LiveId" clId="{FB76351C-C88C-4DC7-8961-A107766A33A3}" dt="2025-11-12T01:13:02.702" v="2443" actId="1037"/>
          <ac:picMkLst>
            <pc:docMk/>
            <pc:sldMk cId="1753443316" sldId="311"/>
            <ac:picMk id="6" creationId="{BBB63C01-7787-852E-B859-E3EC62C87CBA}"/>
          </ac:picMkLst>
        </pc:picChg>
        <pc:picChg chg="del">
          <ac:chgData name="Zara de Souza" userId="3ab27e812772591b" providerId="LiveId" clId="{FB76351C-C88C-4DC7-8961-A107766A33A3}" dt="2025-11-12T01:11:49.057" v="2371" actId="478"/>
          <ac:picMkLst>
            <pc:docMk/>
            <pc:sldMk cId="1753443316" sldId="311"/>
            <ac:picMk id="7" creationId="{6BC5E52D-EF24-8E7F-3B97-9569A7ED4B9C}"/>
          </ac:picMkLst>
        </pc:picChg>
        <pc:picChg chg="add mod">
          <ac:chgData name="Zara de Souza" userId="3ab27e812772591b" providerId="LiveId" clId="{FB76351C-C88C-4DC7-8961-A107766A33A3}" dt="2025-11-12T01:13:02.702" v="2443" actId="1037"/>
          <ac:picMkLst>
            <pc:docMk/>
            <pc:sldMk cId="1753443316" sldId="311"/>
            <ac:picMk id="8" creationId="{AD30DEBA-0ACC-4A76-1BDE-3379FDE323B0}"/>
          </ac:picMkLst>
        </pc:picChg>
        <pc:picChg chg="mod">
          <ac:chgData name="Zara de Souza" userId="3ab27e812772591b" providerId="LiveId" clId="{FB76351C-C88C-4DC7-8961-A107766A33A3}" dt="2025-11-12T01:13:02.702" v="2443" actId="1037"/>
          <ac:picMkLst>
            <pc:docMk/>
            <pc:sldMk cId="1753443316" sldId="311"/>
            <ac:picMk id="9" creationId="{F38C6835-182B-3797-0F3D-4F04352443B9}"/>
          </ac:picMkLst>
        </pc:picChg>
        <pc:picChg chg="del">
          <ac:chgData name="Zara de Souza" userId="3ab27e812772591b" providerId="LiveId" clId="{FB76351C-C88C-4DC7-8961-A107766A33A3}" dt="2025-11-12T01:12:47.233" v="2377" actId="478"/>
          <ac:picMkLst>
            <pc:docMk/>
            <pc:sldMk cId="1753443316" sldId="311"/>
            <ac:picMk id="10" creationId="{A918C239-61A9-77A7-5EB7-0297266D3978}"/>
          </ac:picMkLst>
        </pc:picChg>
        <pc:picChg chg="del">
          <ac:chgData name="Zara de Souza" userId="3ab27e812772591b" providerId="LiveId" clId="{FB76351C-C88C-4DC7-8961-A107766A33A3}" dt="2025-11-12T01:11:49.057" v="2371" actId="478"/>
          <ac:picMkLst>
            <pc:docMk/>
            <pc:sldMk cId="1753443316" sldId="311"/>
            <ac:picMk id="12" creationId="{B4F51FFD-DED2-00F0-423E-4F0174D20F44}"/>
          </ac:picMkLst>
        </pc:picChg>
        <pc:picChg chg="add mod">
          <ac:chgData name="Zara de Souza" userId="3ab27e812772591b" providerId="LiveId" clId="{FB76351C-C88C-4DC7-8961-A107766A33A3}" dt="2025-11-12T01:17:52.843" v="2453" actId="1076"/>
          <ac:picMkLst>
            <pc:docMk/>
            <pc:sldMk cId="1753443316" sldId="311"/>
            <ac:picMk id="12290" creationId="{90B61216-B7DB-82A2-A309-96BD12C7A4C2}"/>
          </ac:picMkLst>
        </pc:picChg>
      </pc:sldChg>
      <pc:sldChg chg="addSp delSp modSp add mod ord">
        <pc:chgData name="Zara de Souza" userId="3ab27e812772591b" providerId="LiveId" clId="{FB76351C-C88C-4DC7-8961-A107766A33A3}" dt="2025-11-12T01:22:52.690" v="2563"/>
        <pc:sldMkLst>
          <pc:docMk/>
          <pc:sldMk cId="2766388701" sldId="312"/>
        </pc:sldMkLst>
        <pc:spChg chg="add del mod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3" creationId="{CEFF59DD-A076-8452-0586-CA80BE34E7D7}"/>
          </ac:spMkLst>
        </pc:spChg>
        <pc:spChg chg="del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5" creationId="{CC34851B-982A-559A-2391-B74594F7D2BD}"/>
          </ac:spMkLst>
        </pc:spChg>
        <pc:spChg chg="add del mod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7" creationId="{BF3AB15D-B297-8E78-E8C2-90ED502FBD46}"/>
          </ac:spMkLst>
        </pc:spChg>
        <pc:spChg chg="del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9" creationId="{42334839-3F39-5032-2F55-4DC290953870}"/>
          </ac:spMkLst>
        </pc:spChg>
        <pc:spChg chg="del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11" creationId="{1FF8AAE7-FC6A-36CD-77FA-0BFBDBA4B5E0}"/>
          </ac:spMkLst>
        </pc:spChg>
        <pc:spChg chg="add del mod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13" creationId="{6C2DDEED-97D4-486B-0C05-462E02C6C498}"/>
          </ac:spMkLst>
        </pc:spChg>
        <pc:spChg chg="del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15" creationId="{FA37F5E1-1BEA-1EBB-4862-9AE649781343}"/>
          </ac:spMkLst>
        </pc:spChg>
        <pc:spChg chg="add del mod">
          <ac:chgData name="Zara de Souza" userId="3ab27e812772591b" providerId="LiveId" clId="{FB76351C-C88C-4DC7-8961-A107766A33A3}" dt="2025-11-12T01:22:05.819" v="2515" actId="478"/>
          <ac:spMkLst>
            <pc:docMk/>
            <pc:sldMk cId="2766388701" sldId="312"/>
            <ac:spMk id="17" creationId="{70895620-912B-A544-1DFC-7DE44763DC17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24" creationId="{844428A8-D9CA-C116-F0BB-1896D3BA912F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25" creationId="{5CCEA8E6-6B99-C4C2-64AB-9FDFBFE3B9F6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29" creationId="{0E153B34-A2E8-D067-B0F1-EB138C41C272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30" creationId="{CB2B24DD-9C0C-14A7-92FA-BF327053DDB9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31" creationId="{13F17D5F-B0A4-278C-E884-EB7B0774ACB5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32" creationId="{DBE2CFB2-E0FA-A630-DCC1-8657A6F47175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34" creationId="{E2C99000-F887-113A-2E1B-5E0DE41FC3C1}"/>
          </ac:spMkLst>
        </pc:spChg>
        <pc:spChg chg="add mod">
          <ac:chgData name="Zara de Souza" userId="3ab27e812772591b" providerId="LiveId" clId="{FB76351C-C88C-4DC7-8961-A107766A33A3}" dt="2025-11-12T01:22:35.886" v="2560" actId="1036"/>
          <ac:spMkLst>
            <pc:docMk/>
            <pc:sldMk cId="2766388701" sldId="312"/>
            <ac:spMk id="35" creationId="{214FEFB3-13EA-C06E-3104-E4D13ED360B4}"/>
          </ac:spMkLst>
        </pc:spChg>
        <pc:spChg chg="add del mod">
          <ac:chgData name="Zara de Souza" userId="3ab27e812772591b" providerId="LiveId" clId="{FB76351C-C88C-4DC7-8961-A107766A33A3}" dt="2025-11-12T01:22:42.455" v="2562" actId="478"/>
          <ac:spMkLst>
            <pc:docMk/>
            <pc:sldMk cId="2766388701" sldId="312"/>
            <ac:spMk id="37" creationId="{5CA3E59E-FE94-9CF9-0C95-E6FB84A00B9A}"/>
          </ac:spMkLst>
        </pc:spChg>
        <pc:spChg chg="add mod">
          <ac:chgData name="Zara de Souza" userId="3ab27e812772591b" providerId="LiveId" clId="{FB76351C-C88C-4DC7-8961-A107766A33A3}" dt="2025-11-12T01:22:52.690" v="2563"/>
          <ac:spMkLst>
            <pc:docMk/>
            <pc:sldMk cId="2766388701" sldId="312"/>
            <ac:spMk id="38" creationId="{B747351B-9BB0-2DDB-95F7-A1D64A262EB3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03" creationId="{286E3336-341A-A759-8356-025B8A41FE58}"/>
          </ac:spMkLst>
        </pc:spChg>
        <pc:spChg chg="del">
          <ac:chgData name="Zara de Souza" userId="3ab27e812772591b" providerId="LiveId" clId="{FB76351C-C88C-4DC7-8961-A107766A33A3}" dt="2025-11-12T01:22:39.871" v="2561" actId="478"/>
          <ac:spMkLst>
            <pc:docMk/>
            <pc:sldMk cId="2766388701" sldId="312"/>
            <ac:spMk id="404" creationId="{31EFC8F8-803D-0A23-9EAD-8407D6C43A9B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05" creationId="{E473169B-8C3D-0C4D-47BB-91EBA7234AF2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07" creationId="{02F59F15-2390-7B64-C429-BEB4C427C725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08" creationId="{CB121F97-3A34-2505-7CCC-AB501D23E050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10" creationId="{949FB285-7183-DD18-2696-C0CF0D122B03}"/>
          </ac:spMkLst>
        </pc:spChg>
        <pc:spChg chg="del">
          <ac:chgData name="Zara de Souza" userId="3ab27e812772591b" providerId="LiveId" clId="{FB76351C-C88C-4DC7-8961-A107766A33A3}" dt="2025-11-12T01:22:02.362" v="2514" actId="478"/>
          <ac:spMkLst>
            <pc:docMk/>
            <pc:sldMk cId="2766388701" sldId="312"/>
            <ac:spMk id="411" creationId="{7F00B6EA-7977-266F-41FC-65A5F3A4E585}"/>
          </ac:spMkLst>
        </pc:spChg>
        <pc:picChg chg="mod">
          <ac:chgData name="Zara de Souza" userId="3ab27e812772591b" providerId="LiveId" clId="{FB76351C-C88C-4DC7-8961-A107766A33A3}" dt="2025-11-12T01:22:21.576" v="2516"/>
          <ac:picMkLst>
            <pc:docMk/>
            <pc:sldMk cId="2766388701" sldId="312"/>
            <ac:picMk id="22" creationId="{4EB2637A-3DAB-75CC-63B1-C265B37AC50B}"/>
          </ac:picMkLst>
        </pc:picChg>
        <pc:picChg chg="mod">
          <ac:chgData name="Zara de Souza" userId="3ab27e812772591b" providerId="LiveId" clId="{FB76351C-C88C-4DC7-8961-A107766A33A3}" dt="2025-11-12T01:22:35.886" v="2560" actId="1036"/>
          <ac:picMkLst>
            <pc:docMk/>
            <pc:sldMk cId="2766388701" sldId="312"/>
            <ac:picMk id="26" creationId="{1DA7CA76-AC49-DAD9-F309-33B468282B67}"/>
          </ac:picMkLst>
        </pc:picChg>
        <pc:picChg chg="add mod">
          <ac:chgData name="Zara de Souza" userId="3ab27e812772591b" providerId="LiveId" clId="{FB76351C-C88C-4DC7-8961-A107766A33A3}" dt="2025-11-12T01:22:35.886" v="2560" actId="1036"/>
          <ac:picMkLst>
            <pc:docMk/>
            <pc:sldMk cId="2766388701" sldId="312"/>
            <ac:picMk id="27" creationId="{D52A8816-764F-3713-61D2-572F3507684A}"/>
          </ac:picMkLst>
        </pc:picChg>
      </pc:sldChg>
      <pc:sldChg chg="addSp modSp mod modAnim">
        <pc:chgData name="Zara de Souza" userId="3ab27e812772591b" providerId="LiveId" clId="{FB76351C-C88C-4DC7-8961-A107766A33A3}" dt="2025-11-12T14:00:55.230" v="2960"/>
        <pc:sldMkLst>
          <pc:docMk/>
          <pc:sldMk cId="1792348733" sldId="313"/>
        </pc:sldMkLst>
        <pc:spChg chg="add mod">
          <ac:chgData name="Zara de Souza" userId="3ab27e812772591b" providerId="LiveId" clId="{FB76351C-C88C-4DC7-8961-A107766A33A3}" dt="2025-11-12T14:00:27.549" v="2959" actId="14100"/>
          <ac:spMkLst>
            <pc:docMk/>
            <pc:sldMk cId="1792348733" sldId="313"/>
            <ac:spMk id="4" creationId="{373B06E1-C6DC-D6FE-6D73-09B26233B1C7}"/>
          </ac:spMkLst>
        </pc:spChg>
      </pc:sldChg>
      <pc:sldChg chg="addSp delSp modSp add mod ord">
        <pc:chgData name="Zara de Souza" userId="3ab27e812772591b" providerId="LiveId" clId="{FB76351C-C88C-4DC7-8961-A107766A33A3}" dt="2025-11-12T01:28:20.034" v="2600" actId="1076"/>
        <pc:sldMkLst>
          <pc:docMk/>
          <pc:sldMk cId="3689373824" sldId="314"/>
        </pc:sldMkLst>
        <pc:spChg chg="add mod">
          <ac:chgData name="Zara de Souza" userId="3ab27e812772591b" providerId="LiveId" clId="{FB76351C-C88C-4DC7-8961-A107766A33A3}" dt="2025-11-12T01:26:47.389" v="2594" actId="14100"/>
          <ac:spMkLst>
            <pc:docMk/>
            <pc:sldMk cId="3689373824" sldId="314"/>
            <ac:spMk id="2" creationId="{08EBCDEB-F29A-191A-C4F6-807D6C984491}"/>
          </ac:spMkLst>
        </pc:spChg>
        <pc:spChg chg="add mod">
          <ac:chgData name="Zara de Souza" userId="3ab27e812772591b" providerId="LiveId" clId="{FB76351C-C88C-4DC7-8961-A107766A33A3}" dt="2025-11-12T01:26:36.796" v="2591" actId="207"/>
          <ac:spMkLst>
            <pc:docMk/>
            <pc:sldMk cId="3689373824" sldId="314"/>
            <ac:spMk id="3" creationId="{136B32F5-2B0D-5935-FEF1-1ADC1FBF8322}"/>
          </ac:spMkLst>
        </pc:spChg>
        <pc:spChg chg="add mod">
          <ac:chgData name="Zara de Souza" userId="3ab27e812772591b" providerId="LiveId" clId="{FB76351C-C88C-4DC7-8961-A107766A33A3}" dt="2025-11-12T01:26:36.796" v="2591" actId="207"/>
          <ac:spMkLst>
            <pc:docMk/>
            <pc:sldMk cId="3689373824" sldId="314"/>
            <ac:spMk id="5" creationId="{1A9EA568-A61F-AA8A-9796-797F895ED08C}"/>
          </ac:spMkLst>
        </pc:spChg>
        <pc:spChg chg="add mod">
          <ac:chgData name="Zara de Souza" userId="3ab27e812772591b" providerId="LiveId" clId="{FB76351C-C88C-4DC7-8961-A107766A33A3}" dt="2025-11-12T01:26:36.796" v="2591" actId="207"/>
          <ac:spMkLst>
            <pc:docMk/>
            <pc:sldMk cId="3689373824" sldId="314"/>
            <ac:spMk id="7" creationId="{E245B5B1-67AE-46E9-9CD5-0CDF0D63ECAD}"/>
          </ac:spMkLst>
        </pc:spChg>
        <pc:spChg chg="add del mod">
          <ac:chgData name="Zara de Souza" userId="3ab27e812772591b" providerId="LiveId" clId="{FB76351C-C88C-4DC7-8961-A107766A33A3}" dt="2025-11-12T01:26:43.684" v="2593" actId="478"/>
          <ac:spMkLst>
            <pc:docMk/>
            <pc:sldMk cId="3689373824" sldId="314"/>
            <ac:spMk id="10" creationId="{7E2435A7-0506-651F-A986-2F81EC5DE0B5}"/>
          </ac:spMkLst>
        </pc:spChg>
        <pc:spChg chg="del mod">
          <ac:chgData name="Zara de Souza" userId="3ab27e812772591b" providerId="LiveId" clId="{FB76351C-C88C-4DC7-8961-A107766A33A3}" dt="2025-11-12T01:26:40.441" v="2592" actId="478"/>
          <ac:spMkLst>
            <pc:docMk/>
            <pc:sldMk cId="3689373824" sldId="314"/>
            <ac:spMk id="578" creationId="{7AF5F7E0-6F66-6A37-E9F8-A2807B072E3F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81" creationId="{F95CB055-BB20-19CD-E361-51ADDC829A3A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83" creationId="{6BA3128C-C185-DDC5-E4E2-82A3B277BF4A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85" creationId="{BA3FC6FB-AC14-4044-2E6E-B281AE704411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88" creationId="{EA98520E-A180-0980-CC75-CEB7A9F446D6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92" creationId="{4368436B-B1CC-44B4-CCF9-A7B5932B8DC2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94" creationId="{54C41D9E-89B5-7911-4C05-93238A3DB8A7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96" creationId="{56FDFB7B-839D-D40C-770C-CB47CBDD49E5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598" creationId="{6CB07B1C-0CBC-E037-E2D7-5E29FE58FA80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600" creationId="{1C777570-157A-4925-61B8-56FB9021593C}"/>
          </ac:spMkLst>
        </pc:spChg>
        <pc:spChg chg="del">
          <ac:chgData name="Zara de Souza" userId="3ab27e812772591b" providerId="LiveId" clId="{FB76351C-C88C-4DC7-8961-A107766A33A3}" dt="2025-11-12T01:26:14.596" v="2577" actId="478"/>
          <ac:spMkLst>
            <pc:docMk/>
            <pc:sldMk cId="3689373824" sldId="314"/>
            <ac:spMk id="606" creationId="{1A15DD88-0926-F0FC-5A30-9B42EE582E2B}"/>
          </ac:spMkLst>
        </pc:spChg>
        <pc:picChg chg="add mod">
          <ac:chgData name="Zara de Souza" userId="3ab27e812772591b" providerId="LiveId" clId="{FB76351C-C88C-4DC7-8961-A107766A33A3}" dt="2025-11-12T01:26:56.472" v="2595"/>
          <ac:picMkLst>
            <pc:docMk/>
            <pc:sldMk cId="3689373824" sldId="314"/>
            <ac:picMk id="4" creationId="{3C87E9C9-4C85-A7CF-963B-F7704A83D526}"/>
          </ac:picMkLst>
        </pc:picChg>
        <pc:picChg chg="add mod">
          <ac:chgData name="Zara de Souza" userId="3ab27e812772591b" providerId="LiveId" clId="{FB76351C-C88C-4DC7-8961-A107766A33A3}" dt="2025-11-12T01:26:36.796" v="2591" actId="207"/>
          <ac:picMkLst>
            <pc:docMk/>
            <pc:sldMk cId="3689373824" sldId="314"/>
            <ac:picMk id="6" creationId="{1EF33F11-BABC-DE61-7523-EB6AE394C84D}"/>
          </ac:picMkLst>
        </pc:picChg>
        <pc:picChg chg="add mod">
          <ac:chgData name="Zara de Souza" userId="3ab27e812772591b" providerId="LiveId" clId="{FB76351C-C88C-4DC7-8961-A107766A33A3}" dt="2025-11-12T01:27:05.540" v="2596"/>
          <ac:picMkLst>
            <pc:docMk/>
            <pc:sldMk cId="3689373824" sldId="314"/>
            <ac:picMk id="8" creationId="{1F468325-FE02-36ED-0B67-9AC8D63F5C7F}"/>
          </ac:picMkLst>
        </pc:picChg>
        <pc:picChg chg="add mod">
          <ac:chgData name="Zara de Souza" userId="3ab27e812772591b" providerId="LiveId" clId="{FB76351C-C88C-4DC7-8961-A107766A33A3}" dt="2025-11-12T01:28:20.034" v="2600" actId="1076"/>
          <ac:picMkLst>
            <pc:docMk/>
            <pc:sldMk cId="3689373824" sldId="314"/>
            <ac:picMk id="12" creationId="{633DE5A5-2933-D1AB-B9EB-AC0C263176DD}"/>
          </ac:picMkLst>
        </pc:picChg>
      </pc:sldChg>
      <pc:sldChg chg="modSp add del mod ord">
        <pc:chgData name="Zara de Souza" userId="3ab27e812772591b" providerId="LiveId" clId="{FB76351C-C88C-4DC7-8961-A107766A33A3}" dt="2025-11-12T14:11:20.383" v="2985" actId="47"/>
        <pc:sldMkLst>
          <pc:docMk/>
          <pc:sldMk cId="318909835" sldId="315"/>
        </pc:sldMkLst>
        <pc:spChg chg="mod">
          <ac:chgData name="Zara de Souza" userId="3ab27e812772591b" providerId="LiveId" clId="{FB76351C-C88C-4DC7-8961-A107766A33A3}" dt="2025-11-12T01:31:14.105" v="2621" actId="6549"/>
          <ac:spMkLst>
            <pc:docMk/>
            <pc:sldMk cId="318909835" sldId="315"/>
            <ac:spMk id="2" creationId="{EB736ECA-6D0A-7E95-8286-BCA598C58629}"/>
          </ac:spMkLst>
        </pc:spChg>
      </pc:sldChg>
      <pc:sldChg chg="add del">
        <pc:chgData name="Zara de Souza" userId="3ab27e812772591b" providerId="LiveId" clId="{FB76351C-C88C-4DC7-8961-A107766A33A3}" dt="2025-11-12T01:29:15.238" v="2602"/>
        <pc:sldMkLst>
          <pc:docMk/>
          <pc:sldMk cId="1399507273" sldId="315"/>
        </pc:sldMkLst>
      </pc:sldChg>
      <pc:sldChg chg="addSp delSp modSp add mod">
        <pc:chgData name="Zara de Souza" userId="3ab27e812772591b" providerId="LiveId" clId="{FB76351C-C88C-4DC7-8961-A107766A33A3}" dt="2025-11-12T01:33:23.707" v="2670" actId="14100"/>
        <pc:sldMkLst>
          <pc:docMk/>
          <pc:sldMk cId="3924729118" sldId="316"/>
        </pc:sldMkLst>
        <pc:spChg chg="add del mod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4" creationId="{2E05E64A-8629-7A03-3788-E90AC2F948D2}"/>
          </ac:spMkLst>
        </pc:spChg>
        <pc:spChg chg="add del mod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6" creationId="{A17B4760-146C-C041-9E2D-EE95617924B8}"/>
          </ac:spMkLst>
        </pc:spChg>
        <pc:spChg chg="del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8" creationId="{7E0E4A11-3694-2270-CFB8-3CF190D9F467}"/>
          </ac:spMkLst>
        </pc:spChg>
        <pc:spChg chg="add del mod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10" creationId="{72BAC245-52C8-D4B7-3DEC-187785291D2D}"/>
          </ac:spMkLst>
        </pc:spChg>
        <pc:spChg chg="del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12" creationId="{023FE23E-4C39-9F77-1CE8-17ED34D3796A}"/>
          </ac:spMkLst>
        </pc:spChg>
        <pc:spChg chg="mod">
          <ac:chgData name="Zara de Souza" userId="3ab27e812772591b" providerId="LiveId" clId="{FB76351C-C88C-4DC7-8961-A107766A33A3}" dt="2025-11-12T01:33:23.707" v="2670" actId="14100"/>
          <ac:spMkLst>
            <pc:docMk/>
            <pc:sldMk cId="3924729118" sldId="316"/>
            <ac:spMk id="13" creationId="{1CEC45C0-50A7-64C1-02F4-6400A8AF8291}"/>
          </ac:spMkLst>
        </pc:spChg>
        <pc:spChg chg="del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16" creationId="{7EE7BE8F-48E0-199D-5844-A458E6DA9064}"/>
          </ac:spMkLst>
        </pc:spChg>
        <pc:spChg chg="add del mod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18" creationId="{6DB095C9-7F73-FDB6-2015-4C92D2B017EA}"/>
          </ac:spMkLst>
        </pc:spChg>
        <pc:spChg chg="del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20" creationId="{AC6789D4-0D6C-605F-7B7C-15057E96A44A}"/>
          </ac:spMkLst>
        </pc:spChg>
        <pc:spChg chg="add del mod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22" creationId="{B89D13E1-133C-9FD7-8F13-21810B45ABF5}"/>
          </ac:spMkLst>
        </pc:spChg>
        <pc:spChg chg="add del mod">
          <ac:chgData name="Zara de Souza" userId="3ab27e812772591b" providerId="LiveId" clId="{FB76351C-C88C-4DC7-8961-A107766A33A3}" dt="2025-11-12T01:31:39.867" v="2624" actId="478"/>
          <ac:spMkLst>
            <pc:docMk/>
            <pc:sldMk cId="3924729118" sldId="316"/>
            <ac:spMk id="24" creationId="{BAB667E5-0E37-E7B8-97AB-54B726614775}"/>
          </ac:spMkLst>
        </pc:spChg>
        <pc:spChg chg="add del mod">
          <ac:chgData name="Zara de Souza" userId="3ab27e812772591b" providerId="LiveId" clId="{FB76351C-C88C-4DC7-8961-A107766A33A3}" dt="2025-11-12T01:31:49.701" v="2626" actId="478"/>
          <ac:spMkLst>
            <pc:docMk/>
            <pc:sldMk cId="3924729118" sldId="316"/>
            <ac:spMk id="25" creationId="{7384E51C-319B-4B0C-3395-CF187EAADF94}"/>
          </ac:spMkLst>
        </pc:spChg>
        <pc:spChg chg="add del mod">
          <ac:chgData name="Zara de Souza" userId="3ab27e812772591b" providerId="LiveId" clId="{FB76351C-C88C-4DC7-8961-A107766A33A3}" dt="2025-11-12T01:31:49.701" v="2626" actId="478"/>
          <ac:spMkLst>
            <pc:docMk/>
            <pc:sldMk cId="3924729118" sldId="316"/>
            <ac:spMk id="26" creationId="{DBE82F8F-4A26-BE14-6217-E25EFE50B76B}"/>
          </ac:spMkLst>
        </pc:spChg>
        <pc:spChg chg="add del mod">
          <ac:chgData name="Zara de Souza" userId="3ab27e812772591b" providerId="LiveId" clId="{FB76351C-C88C-4DC7-8961-A107766A33A3}" dt="2025-11-12T01:31:49.701" v="2626" actId="478"/>
          <ac:spMkLst>
            <pc:docMk/>
            <pc:sldMk cId="3924729118" sldId="316"/>
            <ac:spMk id="27" creationId="{49DEA9A4-A84E-9589-FE58-4E9AE0DEC529}"/>
          </ac:spMkLst>
        </pc:spChg>
        <pc:spChg chg="add mod">
          <ac:chgData name="Zara de Souza" userId="3ab27e812772591b" providerId="LiveId" clId="{FB76351C-C88C-4DC7-8961-A107766A33A3}" dt="2025-11-12T01:33:19.890" v="2669" actId="20577"/>
          <ac:spMkLst>
            <pc:docMk/>
            <pc:sldMk cId="3924729118" sldId="316"/>
            <ac:spMk id="28" creationId="{AA7F021D-953A-3D86-5087-DCA3D8CE0ED9}"/>
          </ac:spMkLst>
        </pc:spChg>
        <pc:spChg chg="add mod">
          <ac:chgData name="Zara de Souza" userId="3ab27e812772591b" providerId="LiveId" clId="{FB76351C-C88C-4DC7-8961-A107766A33A3}" dt="2025-11-12T01:32:34.157" v="2640" actId="1076"/>
          <ac:spMkLst>
            <pc:docMk/>
            <pc:sldMk cId="3924729118" sldId="316"/>
            <ac:spMk id="29" creationId="{C58A2EB3-5051-44FF-32B3-7DDC1B02C835}"/>
          </ac:spMkLst>
        </pc:spChg>
        <pc:spChg chg="del">
          <ac:chgData name="Zara de Souza" userId="3ab27e812772591b" providerId="LiveId" clId="{FB76351C-C88C-4DC7-8961-A107766A33A3}" dt="2025-11-12T01:31:36.119" v="2623" actId="478"/>
          <ac:spMkLst>
            <pc:docMk/>
            <pc:sldMk cId="3924729118" sldId="316"/>
            <ac:spMk id="449" creationId="{B366174B-8879-2521-0BED-DE9CB6A488A9}"/>
          </ac:spMkLst>
        </pc:spChg>
        <pc:spChg chg="del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450" creationId="{B9C377DD-DE48-5711-F3FC-EF70F9292D50}"/>
          </ac:spMkLst>
        </pc:spChg>
        <pc:spChg chg="del">
          <ac:chgData name="Zara de Souza" userId="3ab27e812772591b" providerId="LiveId" clId="{FB76351C-C88C-4DC7-8961-A107766A33A3}" dt="2025-11-12T01:31:36.119" v="2623" actId="478"/>
          <ac:spMkLst>
            <pc:docMk/>
            <pc:sldMk cId="3924729118" sldId="316"/>
            <ac:spMk id="451" creationId="{F479CF4B-432A-2FD9-8444-5B857AE60795}"/>
          </ac:spMkLst>
        </pc:spChg>
        <pc:spChg chg="del">
          <ac:chgData name="Zara de Souza" userId="3ab27e812772591b" providerId="LiveId" clId="{FB76351C-C88C-4DC7-8961-A107766A33A3}" dt="2025-11-12T01:31:36.119" v="2623" actId="478"/>
          <ac:spMkLst>
            <pc:docMk/>
            <pc:sldMk cId="3924729118" sldId="316"/>
            <ac:spMk id="454" creationId="{7124C3BA-FBC9-3F20-FA34-199FC3CF929D}"/>
          </ac:spMkLst>
        </pc:spChg>
        <pc:spChg chg="del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455" creationId="{FB440237-76CA-19B9-CDA8-D5C6811E333D}"/>
          </ac:spMkLst>
        </pc:spChg>
        <pc:spChg chg="del">
          <ac:chgData name="Zara de Souza" userId="3ab27e812772591b" providerId="LiveId" clId="{FB76351C-C88C-4DC7-8961-A107766A33A3}" dt="2025-11-12T01:31:44.983" v="2625" actId="478"/>
          <ac:spMkLst>
            <pc:docMk/>
            <pc:sldMk cId="3924729118" sldId="316"/>
            <ac:spMk id="456" creationId="{D6EB72B1-93D6-79A7-CC3B-13C76DF4EC80}"/>
          </ac:spMkLst>
        </pc:spChg>
        <pc:spChg chg="del">
          <ac:chgData name="Zara de Souza" userId="3ab27e812772591b" providerId="LiveId" clId="{FB76351C-C88C-4DC7-8961-A107766A33A3}" dt="2025-11-12T01:31:36.119" v="2623" actId="478"/>
          <ac:spMkLst>
            <pc:docMk/>
            <pc:sldMk cId="3924729118" sldId="316"/>
            <ac:spMk id="458" creationId="{6CD27411-6EA8-1EA2-EE4E-DD6DEEB9EBA5}"/>
          </ac:spMkLst>
        </pc:spChg>
      </pc:sldChg>
      <pc:sldChg chg="addSp delSp modSp mod modAnim">
        <pc:chgData name="Zara de Souza" userId="3ab27e812772591b" providerId="LiveId" clId="{FB76351C-C88C-4DC7-8961-A107766A33A3}" dt="2025-11-12T14:06:15.715" v="2982"/>
        <pc:sldMkLst>
          <pc:docMk/>
          <pc:sldMk cId="2427217936" sldId="317"/>
        </pc:sldMkLst>
        <pc:spChg chg="add">
          <ac:chgData name="Zara de Souza" userId="3ab27e812772591b" providerId="LiveId" clId="{FB76351C-C88C-4DC7-8961-A107766A33A3}" dt="2025-11-12T14:04:30.257" v="2962"/>
          <ac:spMkLst>
            <pc:docMk/>
            <pc:sldMk cId="2427217936" sldId="317"/>
            <ac:spMk id="3" creationId="{FEE10047-B672-FD9D-40E7-12ECCB7677E2}"/>
          </ac:spMkLst>
        </pc:spChg>
        <pc:spChg chg="del">
          <ac:chgData name="Zara de Souza" userId="3ab27e812772591b" providerId="LiveId" clId="{FB76351C-C88C-4DC7-8961-A107766A33A3}" dt="2025-11-12T14:05:16.194" v="2970" actId="478"/>
          <ac:spMkLst>
            <pc:docMk/>
            <pc:sldMk cId="2427217936" sldId="317"/>
            <ac:spMk id="4" creationId="{259A32C2-A330-8133-9DE7-D37EAE684AA2}"/>
          </ac:spMkLst>
        </pc:spChg>
        <pc:spChg chg="add mod">
          <ac:chgData name="Zara de Souza" userId="3ab27e812772591b" providerId="LiveId" clId="{FB76351C-C88C-4DC7-8961-A107766A33A3}" dt="2025-11-12T14:06:09.734" v="2981" actId="207"/>
          <ac:spMkLst>
            <pc:docMk/>
            <pc:sldMk cId="2427217936" sldId="317"/>
            <ac:spMk id="5" creationId="{59FDBFA5-3880-A9FD-E002-58D1867795F7}"/>
          </ac:spMkLst>
        </pc:spChg>
        <pc:spChg chg="mod">
          <ac:chgData name="Zara de Souza" userId="3ab27e812772591b" providerId="LiveId" clId="{FB76351C-C88C-4DC7-8961-A107766A33A3}" dt="2025-11-12T01:36:04.637" v="2766" actId="20577"/>
          <ac:spMkLst>
            <pc:docMk/>
            <pc:sldMk cId="2427217936" sldId="317"/>
            <ac:spMk id="12" creationId="{B3BBB63D-A144-8F86-9C32-BF9394F918DE}"/>
          </ac:spMkLst>
        </pc:spChg>
        <pc:spChg chg="mod">
          <ac:chgData name="Zara de Souza" userId="3ab27e812772591b" providerId="LiveId" clId="{FB76351C-C88C-4DC7-8961-A107766A33A3}" dt="2025-11-12T14:01:24.796" v="2961" actId="1076"/>
          <ac:spMkLst>
            <pc:docMk/>
            <pc:sldMk cId="2427217936" sldId="317"/>
            <ac:spMk id="452" creationId="{F9F5F9F8-5E5C-35C2-4A0B-1EB5DB166B94}"/>
          </ac:spMkLst>
        </pc:spChg>
      </pc:sldChg>
      <pc:sldChg chg="addSp delSp modSp add mod ord">
        <pc:chgData name="Zara de Souza" userId="3ab27e812772591b" providerId="LiveId" clId="{FB76351C-C88C-4DC7-8961-A107766A33A3}" dt="2025-11-12T14:08:15.444" v="2984"/>
        <pc:sldMkLst>
          <pc:docMk/>
          <pc:sldMk cId="3626831082" sldId="318"/>
        </pc:sldMkLst>
        <pc:spChg chg="add del mod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3" creationId="{CC3D4990-4B3B-76F0-D180-AABCAE61DE2E}"/>
          </ac:spMkLst>
        </pc:spChg>
        <pc:spChg chg="add del mod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5" creationId="{CAC68443-1D33-59DC-316B-31F9CC51F52C}"/>
          </ac:spMkLst>
        </pc:spChg>
        <pc:spChg chg="add del mod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7" creationId="{2C69D508-25B4-D764-A18C-93F444C8716E}"/>
          </ac:spMkLst>
        </pc:spChg>
        <pc:spChg chg="add del mod">
          <ac:chgData name="Zara de Souza" userId="3ab27e812772591b" providerId="LiveId" clId="{FB76351C-C88C-4DC7-8961-A107766A33A3}" dt="2025-11-12T01:37:14.498" v="2774" actId="478"/>
          <ac:spMkLst>
            <pc:docMk/>
            <pc:sldMk cId="3626831082" sldId="318"/>
            <ac:spMk id="9" creationId="{C92E1423-6109-CB58-0858-FCE877159D11}"/>
          </ac:spMkLst>
        </pc:spChg>
        <pc:spChg chg="add del mod">
          <ac:chgData name="Zara de Souza" userId="3ab27e812772591b" providerId="LiveId" clId="{FB76351C-C88C-4DC7-8961-A107766A33A3}" dt="2025-11-12T01:37:14.498" v="2774" actId="478"/>
          <ac:spMkLst>
            <pc:docMk/>
            <pc:sldMk cId="3626831082" sldId="318"/>
            <ac:spMk id="11" creationId="{F8A1E61C-1C16-F4FB-0C79-5397489E4E52}"/>
          </ac:spMkLst>
        </pc:spChg>
        <pc:spChg chg="add del mod">
          <ac:chgData name="Zara de Souza" userId="3ab27e812772591b" providerId="LiveId" clId="{FB76351C-C88C-4DC7-8961-A107766A33A3}" dt="2025-11-12T01:37:14.498" v="2774" actId="478"/>
          <ac:spMkLst>
            <pc:docMk/>
            <pc:sldMk cId="3626831082" sldId="318"/>
            <ac:spMk id="13" creationId="{90873E74-E4E8-29B2-C139-D6F87BE7AD45}"/>
          </ac:spMkLst>
        </pc:spChg>
        <pc:spChg chg="add mod">
          <ac:chgData name="Zara de Souza" userId="3ab27e812772591b" providerId="LiveId" clId="{FB76351C-C88C-4DC7-8961-A107766A33A3}" dt="2025-11-12T01:40:40.679" v="2826" actId="1076"/>
          <ac:spMkLst>
            <pc:docMk/>
            <pc:sldMk cId="3626831082" sldId="318"/>
            <ac:spMk id="14" creationId="{6188FC33-7E7E-A8F9-8135-8E5641054CC1}"/>
          </ac:spMkLst>
        </pc:spChg>
        <pc:spChg chg="add mod ord">
          <ac:chgData name="Zara de Souza" userId="3ab27e812772591b" providerId="LiveId" clId="{FB76351C-C88C-4DC7-8961-A107766A33A3}" dt="2025-11-12T01:44:05.912" v="2867" actId="1038"/>
          <ac:spMkLst>
            <pc:docMk/>
            <pc:sldMk cId="3626831082" sldId="318"/>
            <ac:spMk id="15" creationId="{7016E21D-1159-0C0A-38B6-36B70B71F23B}"/>
          </ac:spMkLst>
        </pc:spChg>
        <pc:spChg chg="mod">
          <ac:chgData name="Zara de Souza" userId="3ab27e812772591b" providerId="LiveId" clId="{FB76351C-C88C-4DC7-8961-A107766A33A3}" dt="2025-11-12T01:42:35.114" v="2831" actId="208"/>
          <ac:spMkLst>
            <pc:docMk/>
            <pc:sldMk cId="3626831082" sldId="318"/>
            <ac:spMk id="17" creationId="{01A88F41-9FD6-BF2C-B907-6059C41F0DCC}"/>
          </ac:spMkLst>
        </pc:spChg>
        <pc:spChg chg="mod">
          <ac:chgData name="Zara de Souza" userId="3ab27e812772591b" providerId="LiveId" clId="{FB76351C-C88C-4DC7-8961-A107766A33A3}" dt="2025-11-12T01:42:35.114" v="2831" actId="208"/>
          <ac:spMkLst>
            <pc:docMk/>
            <pc:sldMk cId="3626831082" sldId="318"/>
            <ac:spMk id="18" creationId="{51863C12-C3FB-D691-0B6F-1AEFF8FD2919}"/>
          </ac:spMkLst>
        </pc:spChg>
        <pc:spChg chg="mod">
          <ac:chgData name="Zara de Souza" userId="3ab27e812772591b" providerId="LiveId" clId="{FB76351C-C88C-4DC7-8961-A107766A33A3}" dt="2025-11-12T01:42:35.114" v="2831" actId="208"/>
          <ac:spMkLst>
            <pc:docMk/>
            <pc:sldMk cId="3626831082" sldId="318"/>
            <ac:spMk id="19" creationId="{E05E0FB0-7FBD-BB25-BCB9-E6E245155412}"/>
          </ac:spMkLst>
        </pc:spChg>
        <pc:spChg chg="del mod">
          <ac:chgData name="Zara de Souza" userId="3ab27e812772591b" providerId="LiveId" clId="{FB76351C-C88C-4DC7-8961-A107766A33A3}" dt="2025-11-12T01:44:15.922" v="2870" actId="478"/>
          <ac:spMkLst>
            <pc:docMk/>
            <pc:sldMk cId="3626831082" sldId="318"/>
            <ac:spMk id="20" creationId="{39B06C39-40DB-A3F0-CA37-9163C0E25700}"/>
          </ac:spMkLst>
        </pc:spChg>
        <pc:spChg chg="add del mod">
          <ac:chgData name="Zara de Souza" userId="3ab27e812772591b" providerId="LiveId" clId="{FB76351C-C88C-4DC7-8961-A107766A33A3}" dt="2025-11-12T01:43:19.698" v="2835" actId="478"/>
          <ac:spMkLst>
            <pc:docMk/>
            <pc:sldMk cId="3626831082" sldId="318"/>
            <ac:spMk id="21" creationId="{FE0EA4F2-FEE3-E94F-A3A0-758EFC4DC893}"/>
          </ac:spMkLst>
        </pc:spChg>
        <pc:spChg chg="add del mod">
          <ac:chgData name="Zara de Souza" userId="3ab27e812772591b" providerId="LiveId" clId="{FB76351C-C88C-4DC7-8961-A107766A33A3}" dt="2025-11-12T01:43:16.908" v="2834" actId="478"/>
          <ac:spMkLst>
            <pc:docMk/>
            <pc:sldMk cId="3626831082" sldId="318"/>
            <ac:spMk id="22" creationId="{DF83AFC7-7ABC-3396-38EF-8D549D3D2B87}"/>
          </ac:spMkLst>
        </pc:spChg>
        <pc:spChg chg="add mod">
          <ac:chgData name="Zara de Souza" userId="3ab27e812772591b" providerId="LiveId" clId="{FB76351C-C88C-4DC7-8961-A107766A33A3}" dt="2025-11-12T01:43:13.344" v="2833"/>
          <ac:spMkLst>
            <pc:docMk/>
            <pc:sldMk cId="3626831082" sldId="318"/>
            <ac:spMk id="23" creationId="{EE75BA43-A52E-F7FC-77B4-250A469A9811}"/>
          </ac:spMkLst>
        </pc:spChg>
        <pc:spChg chg="add mod">
          <ac:chgData name="Zara de Souza" userId="3ab27e812772591b" providerId="LiveId" clId="{FB76351C-C88C-4DC7-8961-A107766A33A3}" dt="2025-11-12T01:43:13.344" v="2833"/>
          <ac:spMkLst>
            <pc:docMk/>
            <pc:sldMk cId="3626831082" sldId="318"/>
            <ac:spMk id="24" creationId="{F778979A-E194-AADB-E1E9-543576A63374}"/>
          </ac:spMkLst>
        </pc:spChg>
        <pc:spChg chg="add mod">
          <ac:chgData name="Zara de Souza" userId="3ab27e812772591b" providerId="LiveId" clId="{FB76351C-C88C-4DC7-8961-A107766A33A3}" dt="2025-11-12T01:43:13.344" v="2833"/>
          <ac:spMkLst>
            <pc:docMk/>
            <pc:sldMk cId="3626831082" sldId="318"/>
            <ac:spMk id="25" creationId="{18A18327-394B-F332-B18D-FD4135B18247}"/>
          </ac:spMkLst>
        </pc:spChg>
        <pc:spChg chg="add mod">
          <ac:chgData name="Zara de Souza" userId="3ab27e812772591b" providerId="LiveId" clId="{FB76351C-C88C-4DC7-8961-A107766A33A3}" dt="2025-11-12T01:43:32.771" v="2838"/>
          <ac:spMkLst>
            <pc:docMk/>
            <pc:sldMk cId="3626831082" sldId="318"/>
            <ac:spMk id="26" creationId="{066E708C-E468-DC59-9DE2-4EAA0D161C27}"/>
          </ac:spMkLst>
        </pc:spChg>
        <pc:spChg chg="add mod">
          <ac:chgData name="Zara de Souza" userId="3ab27e812772591b" providerId="LiveId" clId="{FB76351C-C88C-4DC7-8961-A107766A33A3}" dt="2025-11-12T01:43:32.771" v="2838"/>
          <ac:spMkLst>
            <pc:docMk/>
            <pc:sldMk cId="3626831082" sldId="318"/>
            <ac:spMk id="27" creationId="{85914823-CD4B-7B5E-EBDC-8C9BD4DFC919}"/>
          </ac:spMkLst>
        </pc:spChg>
        <pc:spChg chg="add mod">
          <ac:chgData name="Zara de Souza" userId="3ab27e812772591b" providerId="LiveId" clId="{FB76351C-C88C-4DC7-8961-A107766A33A3}" dt="2025-11-12T01:43:59.634" v="2848" actId="14100"/>
          <ac:spMkLst>
            <pc:docMk/>
            <pc:sldMk cId="3626831082" sldId="318"/>
            <ac:spMk id="28" creationId="{E299E98C-5BDB-E1D6-979C-038EC0847D4F}"/>
          </ac:spMkLst>
        </pc:spChg>
        <pc:spChg chg="mod">
          <ac:chgData name="Zara de Souza" userId="3ab27e812772591b" providerId="LiveId" clId="{FB76351C-C88C-4DC7-8961-A107766A33A3}" dt="2025-11-12T01:36:53.197" v="2771"/>
          <ac:spMkLst>
            <pc:docMk/>
            <pc:sldMk cId="3626831082" sldId="318"/>
            <ac:spMk id="370" creationId="{C62D8899-9DEB-EDD2-D378-4C15582EA1DE}"/>
          </ac:spMkLst>
        </pc:spChg>
        <pc:spChg chg="del">
          <ac:chgData name="Zara de Souza" userId="3ab27e812772591b" providerId="LiveId" clId="{FB76351C-C88C-4DC7-8961-A107766A33A3}" dt="2025-11-12T01:37:08.426" v="2772" actId="478"/>
          <ac:spMkLst>
            <pc:docMk/>
            <pc:sldMk cId="3626831082" sldId="318"/>
            <ac:spMk id="371" creationId="{8C788D25-0D87-3C26-DF2B-C7784C543E13}"/>
          </ac:spMkLst>
        </pc:spChg>
        <pc:spChg chg="del">
          <ac:chgData name="Zara de Souza" userId="3ab27e812772591b" providerId="LiveId" clId="{FB76351C-C88C-4DC7-8961-A107766A33A3}" dt="2025-11-12T01:37:08.426" v="2772" actId="478"/>
          <ac:spMkLst>
            <pc:docMk/>
            <pc:sldMk cId="3626831082" sldId="318"/>
            <ac:spMk id="372" creationId="{F17401A1-297E-97C7-9808-5A5599B60A37}"/>
          </ac:spMkLst>
        </pc:spChg>
        <pc:spChg chg="del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373" creationId="{3F37DE09-BEFA-1FFE-4D6C-850D9CC57502}"/>
          </ac:spMkLst>
        </pc:spChg>
        <pc:spChg chg="del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374" creationId="{2B34CFA4-8955-7B89-CB1E-CEE4B4A6D737}"/>
          </ac:spMkLst>
        </pc:spChg>
        <pc:spChg chg="del">
          <ac:chgData name="Zara de Souza" userId="3ab27e812772591b" providerId="LiveId" clId="{FB76351C-C88C-4DC7-8961-A107766A33A3}" dt="2025-11-12T01:37:11.721" v="2773" actId="478"/>
          <ac:spMkLst>
            <pc:docMk/>
            <pc:sldMk cId="3626831082" sldId="318"/>
            <ac:spMk id="375" creationId="{C14F6721-7B6B-F31A-0347-8AD041E8388F}"/>
          </ac:spMkLst>
        </pc:spChg>
        <pc:spChg chg="del">
          <ac:chgData name="Zara de Souza" userId="3ab27e812772591b" providerId="LiveId" clId="{FB76351C-C88C-4DC7-8961-A107766A33A3}" dt="2025-11-12T01:37:08.426" v="2772" actId="478"/>
          <ac:spMkLst>
            <pc:docMk/>
            <pc:sldMk cId="3626831082" sldId="318"/>
            <ac:spMk id="376" creationId="{520193CC-283A-3230-8F23-AA941EC61D9A}"/>
          </ac:spMkLst>
        </pc:spChg>
        <pc:grpChg chg="add del mod">
          <ac:chgData name="Zara de Souza" userId="3ab27e812772591b" providerId="LiveId" clId="{FB76351C-C88C-4DC7-8961-A107766A33A3}" dt="2025-11-12T01:44:18.134" v="2871" actId="478"/>
          <ac:grpSpMkLst>
            <pc:docMk/>
            <pc:sldMk cId="3626831082" sldId="318"/>
            <ac:grpSpMk id="16" creationId="{8029FF33-202C-F3E6-E6A2-E124B9FF8587}"/>
          </ac:grpSpMkLst>
        </pc:grpChg>
        <pc:grpChg chg="del">
          <ac:chgData name="Zara de Souza" userId="3ab27e812772591b" providerId="LiveId" clId="{FB76351C-C88C-4DC7-8961-A107766A33A3}" dt="2025-11-12T01:37:08.426" v="2772" actId="478"/>
          <ac:grpSpMkLst>
            <pc:docMk/>
            <pc:sldMk cId="3626831082" sldId="318"/>
            <ac:grpSpMk id="377" creationId="{82A6B092-90BA-B051-F23D-AAE5A27AA1EE}"/>
          </ac:grpSpMkLst>
        </pc:grpChg>
        <pc:grpChg chg="del">
          <ac:chgData name="Zara de Souza" userId="3ab27e812772591b" providerId="LiveId" clId="{FB76351C-C88C-4DC7-8961-A107766A33A3}" dt="2025-11-12T01:37:08.426" v="2772" actId="478"/>
          <ac:grpSpMkLst>
            <pc:docMk/>
            <pc:sldMk cId="3626831082" sldId="318"/>
            <ac:grpSpMk id="384" creationId="{7B32EDC7-3088-BB17-E784-0DEB321EEDDC}"/>
          </ac:grpSpMkLst>
        </pc:grpChg>
        <pc:grpChg chg="del">
          <ac:chgData name="Zara de Souza" userId="3ab27e812772591b" providerId="LiveId" clId="{FB76351C-C88C-4DC7-8961-A107766A33A3}" dt="2025-11-12T01:37:08.426" v="2772" actId="478"/>
          <ac:grpSpMkLst>
            <pc:docMk/>
            <pc:sldMk cId="3626831082" sldId="318"/>
            <ac:grpSpMk id="393" creationId="{A2DC850C-3B0B-2F0C-8D90-DC4364BD8551}"/>
          </ac:grpSpMkLst>
        </pc:grpChg>
      </pc:sldChg>
      <pc:sldChg chg="modSp add del mod">
        <pc:chgData name="Zara de Souza" userId="3ab27e812772591b" providerId="LiveId" clId="{FB76351C-C88C-4DC7-8961-A107766A33A3}" dt="2025-11-12T01:11:38.017" v="2369" actId="47"/>
        <pc:sldMkLst>
          <pc:docMk/>
          <pc:sldMk cId="3932664671" sldId="323"/>
        </pc:sldMkLst>
        <pc:spChg chg="mod">
          <ac:chgData name="Zara de Souza" userId="3ab27e812772591b" providerId="LiveId" clId="{FB76351C-C88C-4DC7-8961-A107766A33A3}" dt="2025-11-12T01:11:23.214" v="2368" actId="1076"/>
          <ac:spMkLst>
            <pc:docMk/>
            <pc:sldMk cId="3932664671" sldId="323"/>
            <ac:spMk id="4" creationId="{CFD19996-275B-2DEA-719D-32ABB4793003}"/>
          </ac:spMkLst>
        </pc:spChg>
        <pc:spChg chg="mod">
          <ac:chgData name="Zara de Souza" userId="3ab27e812772591b" providerId="LiveId" clId="{FB76351C-C88C-4DC7-8961-A107766A33A3}" dt="2025-11-12T01:11:18.327" v="2367" actId="207"/>
          <ac:spMkLst>
            <pc:docMk/>
            <pc:sldMk cId="3932664671" sldId="323"/>
            <ac:spMk id="20" creationId="{6E8F3C50-A059-47ED-D72C-F9FCDDA7335D}"/>
          </ac:spMkLst>
        </pc:spChg>
      </pc:sldChg>
      <pc:sldMasterChg chg="del delSldLayout">
        <pc:chgData name="Zara de Souza" userId="3ab27e812772591b" providerId="LiveId" clId="{FB76351C-C88C-4DC7-8961-A107766A33A3}" dt="2025-11-12T01:44:28.968" v="2873" actId="47"/>
        <pc:sldMasterMkLst>
          <pc:docMk/>
          <pc:sldMasterMk cId="3676674327" sldId="2147483648"/>
        </pc:sldMasterMkLst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644063367" sldId="2147483649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2520389185" sldId="2147483650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1490130342" sldId="2147483651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1736593255" sldId="2147483652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2380238382" sldId="2147483653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3216121246" sldId="2147483654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2867146769" sldId="2147483655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687097967" sldId="2147483656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3649911822" sldId="2147483657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3959911664" sldId="2147483658"/>
          </pc:sldLayoutMkLst>
        </pc:sldLayoutChg>
        <pc:sldLayoutChg chg="del">
          <pc:chgData name="Zara de Souza" userId="3ab27e812772591b" providerId="LiveId" clId="{FB76351C-C88C-4DC7-8961-A107766A33A3}" dt="2025-11-12T01:44:28.968" v="2873" actId="47"/>
          <pc:sldLayoutMkLst>
            <pc:docMk/>
            <pc:sldMasterMk cId="3676674327" sldId="2147483648"/>
            <pc:sldLayoutMk cId="727375265" sldId="2147483659"/>
          </pc:sldLayoutMkLst>
        </pc:sldLayoutChg>
        <pc:sldLayoutChg chg="del">
          <pc:chgData name="Zara de Souza" userId="3ab27e812772591b" providerId="LiveId" clId="{FB76351C-C88C-4DC7-8961-A107766A33A3}" dt="2025-11-12T01:03:06.023" v="2271" actId="47"/>
          <pc:sldLayoutMkLst>
            <pc:docMk/>
            <pc:sldMasterMk cId="3676674327" sldId="2147483648"/>
            <pc:sldLayoutMk cId="1819724527" sldId="2147483680"/>
          </pc:sldLayoutMkLst>
        </pc:sldLayoutChg>
      </pc:sldMasterChg>
      <pc:sldMasterChg chg="delSldLayout">
        <pc:chgData name="Zara de Souza" userId="3ab27e812772591b" providerId="LiveId" clId="{FB76351C-C88C-4DC7-8961-A107766A33A3}" dt="2025-11-12T01:11:38.017" v="2369" actId="47"/>
        <pc:sldMasterMkLst>
          <pc:docMk/>
          <pc:sldMasterMk cId="1218261490" sldId="2147483660"/>
        </pc:sldMasterMkLst>
        <pc:sldLayoutChg chg="del">
          <pc:chgData name="Zara de Souza" userId="3ab27e812772591b" providerId="LiveId" clId="{FB76351C-C88C-4DC7-8961-A107766A33A3}" dt="2025-11-12T01:11:38.017" v="2369" actId="47"/>
          <pc:sldLayoutMkLst>
            <pc:docMk/>
            <pc:sldMasterMk cId="1218261490" sldId="2147483660"/>
            <pc:sldLayoutMk cId="4091727459" sldId="2147483680"/>
          </pc:sldLayoutMkLst>
        </pc:sldLayoutChg>
      </pc:sldMasterChg>
      <pc:sldMasterChg chg="del delSldLayout">
        <pc:chgData name="Zara de Souza" userId="3ab27e812772591b" providerId="LiveId" clId="{FB76351C-C88C-4DC7-8961-A107766A33A3}" dt="2025-11-12T01:52:04.830" v="2876" actId="47"/>
        <pc:sldMasterMkLst>
          <pc:docMk/>
          <pc:sldMasterMk cId="3222150711" sldId="2147483677"/>
        </pc:sldMasterMkLst>
        <pc:sldLayoutChg chg="del">
          <pc:chgData name="Zara de Souza" userId="3ab27e812772591b" providerId="LiveId" clId="{FB76351C-C88C-4DC7-8961-A107766A33A3}" dt="2025-11-12T01:52:04.830" v="2876" actId="47"/>
          <pc:sldLayoutMkLst>
            <pc:docMk/>
            <pc:sldMasterMk cId="3222150711" sldId="2147483677"/>
            <pc:sldLayoutMk cId="1330621164" sldId="2147483678"/>
          </pc:sldLayoutMkLst>
        </pc:sldLayoutChg>
        <pc:sldLayoutChg chg="del">
          <pc:chgData name="Zara de Souza" userId="3ab27e812772591b" providerId="LiveId" clId="{FB76351C-C88C-4DC7-8961-A107766A33A3}" dt="2025-11-12T01:52:04.830" v="2876" actId="47"/>
          <pc:sldLayoutMkLst>
            <pc:docMk/>
            <pc:sldMasterMk cId="3222150711" sldId="2147483677"/>
            <pc:sldLayoutMk cId="3368704551" sldId="2147483679"/>
          </pc:sldLayoutMkLst>
        </pc:sldLayoutChg>
      </pc:sldMasterChg>
    </pc:docChg>
  </pc:docChgLst>
  <pc:docChgLst>
    <pc:chgData name="Gregor Castro" userId="62c98bd55190e520" providerId="LiveId" clId="{6304FCCD-6262-4C8F-A20F-B21ED378C329}"/>
    <pc:docChg chg="undo custSel addSld delSld modSld sldOrd delMainMaster">
      <pc:chgData name="Gregor Castro" userId="62c98bd55190e520" providerId="LiveId" clId="{6304FCCD-6262-4C8F-A20F-B21ED378C329}" dt="2025-11-12T01:55:08.450" v="3468" actId="1035"/>
      <pc:docMkLst>
        <pc:docMk/>
      </pc:docMkLst>
      <pc:sldChg chg="ord">
        <pc:chgData name="Gregor Castro" userId="62c98bd55190e520" providerId="LiveId" clId="{6304FCCD-6262-4C8F-A20F-B21ED378C329}" dt="2025-11-11T22:51:12.424" v="380"/>
        <pc:sldMkLst>
          <pc:docMk/>
          <pc:sldMk cId="3984849065" sldId="256"/>
        </pc:sldMkLst>
      </pc:sldChg>
      <pc:sldChg chg="del ord">
        <pc:chgData name="Gregor Castro" userId="62c98bd55190e520" providerId="LiveId" clId="{6304FCCD-6262-4C8F-A20F-B21ED378C329}" dt="2025-11-11T23:12:27.563" v="1122" actId="47"/>
        <pc:sldMkLst>
          <pc:docMk/>
          <pc:sldMk cId="3435223355" sldId="257"/>
        </pc:sldMkLst>
      </pc:sldChg>
      <pc:sldChg chg="ord">
        <pc:chgData name="Gregor Castro" userId="62c98bd55190e520" providerId="LiveId" clId="{6304FCCD-6262-4C8F-A20F-B21ED378C329}" dt="2025-11-11T22:51:13.859" v="382"/>
        <pc:sldMkLst>
          <pc:docMk/>
          <pc:sldMk cId="615801867" sldId="258"/>
        </pc:sldMkLst>
      </pc:sldChg>
      <pc:sldChg chg="ord">
        <pc:chgData name="Gregor Castro" userId="62c98bd55190e520" providerId="LiveId" clId="{6304FCCD-6262-4C8F-A20F-B21ED378C329}" dt="2025-11-11T23:04:16.078" v="1050"/>
        <pc:sldMkLst>
          <pc:docMk/>
          <pc:sldMk cId="2804338386" sldId="259"/>
        </pc:sldMkLst>
      </pc:sldChg>
      <pc:sldChg chg="ord">
        <pc:chgData name="Gregor Castro" userId="62c98bd55190e520" providerId="LiveId" clId="{6304FCCD-6262-4C8F-A20F-B21ED378C329}" dt="2025-11-11T23:12:55.494" v="1136"/>
        <pc:sldMkLst>
          <pc:docMk/>
          <pc:sldMk cId="1055438996" sldId="260"/>
        </pc:sldMkLst>
      </pc:sldChg>
      <pc:sldChg chg="ord">
        <pc:chgData name="Gregor Castro" userId="62c98bd55190e520" providerId="LiveId" clId="{6304FCCD-6262-4C8F-A20F-B21ED378C329}" dt="2025-11-11T23:41:32.016" v="1662"/>
        <pc:sldMkLst>
          <pc:docMk/>
          <pc:sldMk cId="2744036077" sldId="261"/>
        </pc:sldMkLst>
      </pc:sldChg>
      <pc:sldChg chg="new add del">
        <pc:chgData name="Gregor Castro" userId="62c98bd55190e520" providerId="LiveId" clId="{6304FCCD-6262-4C8F-A20F-B21ED378C329}" dt="2025-11-11T22:51:28.436" v="384" actId="47"/>
        <pc:sldMkLst>
          <pc:docMk/>
          <pc:sldMk cId="1564376374" sldId="262"/>
        </pc:sldMkLst>
      </pc:sldChg>
      <pc:sldChg chg="add del">
        <pc:chgData name="Gregor Castro" userId="62c98bd55190e520" providerId="LiveId" clId="{6304FCCD-6262-4C8F-A20F-B21ED378C329}" dt="2025-11-11T22:31:16.158" v="8"/>
        <pc:sldMkLst>
          <pc:docMk/>
          <pc:sldMk cId="0" sldId="263"/>
        </pc:sldMkLst>
      </pc:sldChg>
      <pc:sldChg chg="addSp delSp modSp add mod ord">
        <pc:chgData name="Gregor Castro" userId="62c98bd55190e520" providerId="LiveId" clId="{6304FCCD-6262-4C8F-A20F-B21ED378C329}" dt="2025-11-11T23:10:22.348" v="1115" actId="207"/>
        <pc:sldMkLst>
          <pc:docMk/>
          <pc:sldMk cId="1503477108" sldId="263"/>
        </pc:sldMkLst>
        <pc:spChg chg="add del mod">
          <ac:chgData name="Gregor Castro" userId="62c98bd55190e520" providerId="LiveId" clId="{6304FCCD-6262-4C8F-A20F-B21ED378C329}" dt="2025-11-11T22:38:25.692" v="149" actId="478"/>
          <ac:spMkLst>
            <pc:docMk/>
            <pc:sldMk cId="1503477108" sldId="263"/>
            <ac:spMk id="2" creationId="{47DC25FB-5B40-D559-3D85-4E73FB61C000}"/>
          </ac:spMkLst>
        </pc:spChg>
        <pc:spChg chg="add mod ord">
          <ac:chgData name="Gregor Castro" userId="62c98bd55190e520" providerId="LiveId" clId="{6304FCCD-6262-4C8F-A20F-B21ED378C329}" dt="2025-11-11T23:10:22.348" v="1115" actId="207"/>
          <ac:spMkLst>
            <pc:docMk/>
            <pc:sldMk cId="1503477108" sldId="263"/>
            <ac:spMk id="3" creationId="{D015FC2B-12E0-460C-0626-4B0066C95A1F}"/>
          </ac:spMkLst>
        </pc:spChg>
        <pc:spChg chg="add del">
          <ac:chgData name="Gregor Castro" userId="62c98bd55190e520" providerId="LiveId" clId="{6304FCCD-6262-4C8F-A20F-B21ED378C329}" dt="2025-11-11T22:40:58.695" v="178" actId="478"/>
          <ac:spMkLst>
            <pc:docMk/>
            <pc:sldMk cId="1503477108" sldId="263"/>
            <ac:spMk id="4" creationId="{0E4869FF-AC81-E6F8-09C3-30D08FB0A005}"/>
          </ac:spMkLst>
        </pc:spChg>
        <pc:spChg chg="add mod">
          <ac:chgData name="Gregor Castro" userId="62c98bd55190e520" providerId="LiveId" clId="{6304FCCD-6262-4C8F-A20F-B21ED378C329}" dt="2025-11-11T22:41:44.516" v="230" actId="2085"/>
          <ac:spMkLst>
            <pc:docMk/>
            <pc:sldMk cId="1503477108" sldId="263"/>
            <ac:spMk id="5" creationId="{712B5E56-01BD-EA43-5A22-B88D2B765512}"/>
          </ac:spMkLst>
        </pc:spChg>
        <pc:spChg chg="add del mod">
          <ac:chgData name="Gregor Castro" userId="62c98bd55190e520" providerId="LiveId" clId="{6304FCCD-6262-4C8F-A20F-B21ED378C329}" dt="2025-11-11T22:51:05.467" v="378" actId="478"/>
          <ac:spMkLst>
            <pc:docMk/>
            <pc:sldMk cId="1503477108" sldId="263"/>
            <ac:spMk id="10" creationId="{D7F6C029-F9B0-896F-32E4-AD48C293DC2A}"/>
          </ac:spMkLst>
        </pc:spChg>
        <pc:spChg chg="mod">
          <ac:chgData name="Gregor Castro" userId="62c98bd55190e520" providerId="LiveId" clId="{6304FCCD-6262-4C8F-A20F-B21ED378C329}" dt="2025-11-11T23:09:57.345" v="1110" actId="207"/>
          <ac:spMkLst>
            <pc:docMk/>
            <pc:sldMk cId="1503477108" sldId="263"/>
            <ac:spMk id="256" creationId="{00000000-0000-0000-0000-000000000000}"/>
          </ac:spMkLst>
        </pc:spChg>
        <pc:spChg chg="mod ord">
          <ac:chgData name="Gregor Castro" userId="62c98bd55190e520" providerId="LiveId" clId="{6304FCCD-6262-4C8F-A20F-B21ED378C329}" dt="2025-11-11T23:10:04.431" v="1111" actId="207"/>
          <ac:spMkLst>
            <pc:docMk/>
            <pc:sldMk cId="1503477108" sldId="263"/>
            <ac:spMk id="257" creationId="{00000000-0000-0000-0000-000000000000}"/>
          </ac:spMkLst>
        </pc:spChg>
        <pc:grpChg chg="del mod">
          <ac:chgData name="Gregor Castro" userId="62c98bd55190e520" providerId="LiveId" clId="{6304FCCD-6262-4C8F-A20F-B21ED378C329}" dt="2025-11-11T22:46:06.464" v="261" actId="21"/>
          <ac:grpSpMkLst>
            <pc:docMk/>
            <pc:sldMk cId="1503477108" sldId="263"/>
            <ac:grpSpMk id="258" creationId="{00000000-0000-0000-0000-000000000000}"/>
          </ac:grpSpMkLst>
        </pc:grpChg>
        <pc:picChg chg="add del mod">
          <ac:chgData name="Gregor Castro" userId="62c98bd55190e520" providerId="LiveId" clId="{6304FCCD-6262-4C8F-A20F-B21ED378C329}" dt="2025-11-11T22:47:17.356" v="278" actId="478"/>
          <ac:picMkLst>
            <pc:docMk/>
            <pc:sldMk cId="1503477108" sldId="263"/>
            <ac:picMk id="7" creationId="{B5B0A5AC-DDF5-55B2-E860-94676B99B20D}"/>
          </ac:picMkLst>
        </pc:picChg>
        <pc:picChg chg="add mod">
          <ac:chgData name="Gregor Castro" userId="62c98bd55190e520" providerId="LiveId" clId="{6304FCCD-6262-4C8F-A20F-B21ED378C329}" dt="2025-11-11T22:49:50.581" v="369" actId="1036"/>
          <ac:picMkLst>
            <pc:docMk/>
            <pc:sldMk cId="1503477108" sldId="263"/>
            <ac:picMk id="9" creationId="{C7CD88AF-7094-4366-07E5-1C8A482A4C28}"/>
          </ac:picMkLst>
        </pc:picChg>
      </pc:sldChg>
      <pc:sldChg chg="addSp delSp modSp add mod ord modNotes">
        <pc:chgData name="Gregor Castro" userId="62c98bd55190e520" providerId="LiveId" clId="{6304FCCD-6262-4C8F-A20F-B21ED378C329}" dt="2025-11-11T23:40:33.979" v="1652" actId="1035"/>
        <pc:sldMkLst>
          <pc:docMk/>
          <pc:sldMk cId="1101431026" sldId="264"/>
        </pc:sldMkLst>
        <pc:spChg chg="add mod">
          <ac:chgData name="Gregor Castro" userId="62c98bd55190e520" providerId="LiveId" clId="{6304FCCD-6262-4C8F-A20F-B21ED378C329}" dt="2025-11-11T23:12:35.960" v="1134" actId="1036"/>
          <ac:spMkLst>
            <pc:docMk/>
            <pc:sldMk cId="1101431026" sldId="264"/>
            <ac:spMk id="3" creationId="{79110D30-5712-E000-292A-D465CBBEED7E}"/>
          </ac:spMkLst>
        </pc:spChg>
        <pc:spChg chg="add del mod">
          <ac:chgData name="Gregor Castro" userId="62c98bd55190e520" providerId="LiveId" clId="{6304FCCD-6262-4C8F-A20F-B21ED378C329}" dt="2025-11-11T23:05:37.549" v="1059" actId="478"/>
          <ac:spMkLst>
            <pc:docMk/>
            <pc:sldMk cId="1101431026" sldId="264"/>
            <ac:spMk id="5" creationId="{D35EC8EB-E833-791D-1AC3-B8D9673FC9EA}"/>
          </ac:spMkLst>
        </pc:spChg>
        <pc:spChg chg="add del mod">
          <ac:chgData name="Gregor Castro" userId="62c98bd55190e520" providerId="LiveId" clId="{6304FCCD-6262-4C8F-A20F-B21ED378C329}" dt="2025-11-11T23:06:42.160" v="1085" actId="478"/>
          <ac:spMkLst>
            <pc:docMk/>
            <pc:sldMk cId="1101431026" sldId="264"/>
            <ac:spMk id="6" creationId="{D3410871-EF87-4C90-0D3E-25798136A3FD}"/>
          </ac:spMkLst>
        </pc:spChg>
        <pc:spChg chg="mod">
          <ac:chgData name="Gregor Castro" userId="62c98bd55190e520" providerId="LiveId" clId="{6304FCCD-6262-4C8F-A20F-B21ED378C329}" dt="2025-11-11T23:40:33.979" v="1652" actId="1035"/>
          <ac:spMkLst>
            <pc:docMk/>
            <pc:sldMk cId="1101431026" sldId="264"/>
            <ac:spMk id="275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04:55.186" v="1054" actId="478"/>
          <ac:spMkLst>
            <pc:docMk/>
            <pc:sldMk cId="1101431026" sldId="264"/>
            <ac:spMk id="276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07:24.454" v="1091" actId="478"/>
          <ac:spMkLst>
            <pc:docMk/>
            <pc:sldMk cId="1101431026" sldId="264"/>
            <ac:spMk id="278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07:24.454" v="1091" actId="478"/>
          <ac:spMkLst>
            <pc:docMk/>
            <pc:sldMk cId="1101431026" sldId="264"/>
            <ac:spMk id="279" creationId="{00000000-0000-0000-0000-000000000000}"/>
          </ac:spMkLst>
        </pc:spChg>
        <pc:graphicFrameChg chg="del mod">
          <ac:chgData name="Gregor Castro" userId="62c98bd55190e520" providerId="LiveId" clId="{6304FCCD-6262-4C8F-A20F-B21ED378C329}" dt="2025-11-11T23:04:49.570" v="1053" actId="478"/>
          <ac:graphicFrameMkLst>
            <pc:docMk/>
            <pc:sldMk cId="1101431026" sldId="264"/>
            <ac:graphicFrameMk id="277" creationId="{00000000-0000-0000-0000-000000000000}"/>
          </ac:graphicFrameMkLst>
        </pc:graphicFrameChg>
        <pc:picChg chg="add">
          <ac:chgData name="Gregor Castro" userId="62c98bd55190e520" providerId="LiveId" clId="{6304FCCD-6262-4C8F-A20F-B21ED378C329}" dt="2025-11-11T23:05:24.171" v="1056"/>
          <ac:picMkLst>
            <pc:docMk/>
            <pc:sldMk cId="1101431026" sldId="264"/>
            <ac:picMk id="4" creationId="{0ED9B19D-01D3-5207-C17A-8504386F600E}"/>
          </ac:picMkLst>
        </pc:picChg>
      </pc:sldChg>
      <pc:sldChg chg="addSp delSp modSp add mod ord">
        <pc:chgData name="Gregor Castro" userId="62c98bd55190e520" providerId="LiveId" clId="{6304FCCD-6262-4C8F-A20F-B21ED378C329}" dt="2025-11-11T23:41:21.954" v="1658" actId="14100"/>
        <pc:sldMkLst>
          <pc:docMk/>
          <pc:sldMk cId="2675433143" sldId="265"/>
        </pc:sldMkLst>
        <pc:spChg chg="add del mod">
          <ac:chgData name="Gregor Castro" userId="62c98bd55190e520" providerId="LiveId" clId="{6304FCCD-6262-4C8F-A20F-B21ED378C329}" dt="2025-11-11T23:04:02.201" v="1048" actId="478"/>
          <ac:spMkLst>
            <pc:docMk/>
            <pc:sldMk cId="2675433143" sldId="265"/>
            <ac:spMk id="2" creationId="{FCBCA9FB-2F8E-6CFA-0C9D-0B6500FBFFDA}"/>
          </ac:spMkLst>
        </pc:spChg>
        <pc:spChg chg="add mod">
          <ac:chgData name="Gregor Castro" userId="62c98bd55190e520" providerId="LiveId" clId="{6304FCCD-6262-4C8F-A20F-B21ED378C329}" dt="2025-11-11T22:52:29.136" v="392" actId="1076"/>
          <ac:spMkLst>
            <pc:docMk/>
            <pc:sldMk cId="2675433143" sldId="265"/>
            <ac:spMk id="3" creationId="{CB649969-7AEE-2B63-2D99-9AA574B83BE7}"/>
          </ac:spMkLst>
        </pc:spChg>
        <pc:spChg chg="add mod">
          <ac:chgData name="Gregor Castro" userId="62c98bd55190e520" providerId="LiveId" clId="{6304FCCD-6262-4C8F-A20F-B21ED378C329}" dt="2025-11-11T22:52:29.136" v="392" actId="1076"/>
          <ac:spMkLst>
            <pc:docMk/>
            <pc:sldMk cId="2675433143" sldId="265"/>
            <ac:spMk id="4" creationId="{6E09BD12-27CE-9157-0B4C-497DBA6F90B9}"/>
          </ac:spMkLst>
        </pc:spChg>
        <pc:spChg chg="add mod">
          <ac:chgData name="Gregor Castro" userId="62c98bd55190e520" providerId="LiveId" clId="{6304FCCD-6262-4C8F-A20F-B21ED378C329}" dt="2025-11-11T22:52:29.136" v="392" actId="1076"/>
          <ac:spMkLst>
            <pc:docMk/>
            <pc:sldMk cId="2675433143" sldId="265"/>
            <ac:spMk id="5" creationId="{B267CA96-6571-D434-FCC4-336F0745A0E6}"/>
          </ac:spMkLst>
        </pc:spChg>
        <pc:spChg chg="add mod">
          <ac:chgData name="Gregor Castro" userId="62c98bd55190e520" providerId="LiveId" clId="{6304FCCD-6262-4C8F-A20F-B21ED378C329}" dt="2025-11-11T23:09:44.794" v="1108" actId="207"/>
          <ac:spMkLst>
            <pc:docMk/>
            <pc:sldMk cId="2675433143" sldId="265"/>
            <ac:spMk id="6" creationId="{D4210DA8-A59C-8133-293D-FEE70CA1ABF5}"/>
          </ac:spMkLst>
        </pc:spChg>
        <pc:spChg chg="del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8" creationId="{47F42D71-E39A-5F3F-81BF-0E8EFE8E0539}"/>
          </ac:spMkLst>
        </pc:spChg>
        <pc:spChg chg="add del mod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10" creationId="{69FBAE68-2ABF-9463-0C6E-E1A633CD7C2F}"/>
          </ac:spMkLst>
        </pc:spChg>
        <pc:spChg chg="add del mod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12" creationId="{C9757FCF-2E67-E9CF-BE39-1820554A21F9}"/>
          </ac:spMkLst>
        </pc:spChg>
        <pc:spChg chg="add del mod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14" creationId="{FC106414-7543-7B24-438B-B7849B25837C}"/>
          </ac:spMkLst>
        </pc:spChg>
        <pc:spChg chg="add del mod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16" creationId="{D3FA620D-3840-357A-D5AE-F49093CC757B}"/>
          </ac:spMkLst>
        </pc:spChg>
        <pc:spChg chg="add del mod">
          <ac:chgData name="Gregor Castro" userId="62c98bd55190e520" providerId="LiveId" clId="{6304FCCD-6262-4C8F-A20F-B21ED378C329}" dt="2025-11-11T22:53:32.484" v="479" actId="478"/>
          <ac:spMkLst>
            <pc:docMk/>
            <pc:sldMk cId="2675433143" sldId="265"/>
            <ac:spMk id="18" creationId="{54AD870C-315A-D7D6-EF7D-E7423963C708}"/>
          </ac:spMkLst>
        </pc:spChg>
        <pc:spChg chg="add del mod">
          <ac:chgData name="Gregor Castro" userId="62c98bd55190e520" providerId="LiveId" clId="{6304FCCD-6262-4C8F-A20F-B21ED378C329}" dt="2025-11-11T22:55:23.358" v="520" actId="478"/>
          <ac:spMkLst>
            <pc:docMk/>
            <pc:sldMk cId="2675433143" sldId="265"/>
            <ac:spMk id="26" creationId="{D477308F-8432-30F6-36C2-62AD0954A54E}"/>
          </ac:spMkLst>
        </pc:spChg>
        <pc:spChg chg="add del mod">
          <ac:chgData name="Gregor Castro" userId="62c98bd55190e520" providerId="LiveId" clId="{6304FCCD-6262-4C8F-A20F-B21ED378C329}" dt="2025-11-11T22:55:27.159" v="522" actId="478"/>
          <ac:spMkLst>
            <pc:docMk/>
            <pc:sldMk cId="2675433143" sldId="265"/>
            <ac:spMk id="28" creationId="{03BD34BD-AEB8-8ECD-3EC9-A741578FD541}"/>
          </ac:spMkLst>
        </pc:spChg>
        <pc:spChg chg="add del mod">
          <ac:chgData name="Gregor Castro" userId="62c98bd55190e520" providerId="LiveId" clId="{6304FCCD-6262-4C8F-A20F-B21ED378C329}" dt="2025-11-11T22:55:38.990" v="527" actId="478"/>
          <ac:spMkLst>
            <pc:docMk/>
            <pc:sldMk cId="2675433143" sldId="265"/>
            <ac:spMk id="30" creationId="{87473836-ACAC-D726-7109-98250F3A9B06}"/>
          </ac:spMkLst>
        </pc:spChg>
        <pc:spChg chg="add del mod">
          <ac:chgData name="Gregor Castro" userId="62c98bd55190e520" providerId="LiveId" clId="{6304FCCD-6262-4C8F-A20F-B21ED378C329}" dt="2025-11-11T22:55:37.852" v="526" actId="478"/>
          <ac:spMkLst>
            <pc:docMk/>
            <pc:sldMk cId="2675433143" sldId="265"/>
            <ac:spMk id="32" creationId="{07AB3A77-30C5-63BD-D274-33A7E628DBE2}"/>
          </ac:spMkLst>
        </pc:spChg>
        <pc:spChg chg="add del mod">
          <ac:chgData name="Gregor Castro" userId="62c98bd55190e520" providerId="LiveId" clId="{6304FCCD-6262-4C8F-A20F-B21ED378C329}" dt="2025-11-11T22:56:15.629" v="561" actId="478"/>
          <ac:spMkLst>
            <pc:docMk/>
            <pc:sldMk cId="2675433143" sldId="265"/>
            <ac:spMk id="34" creationId="{77E9DAE0-A191-5DD8-7062-C74FD1FE1F06}"/>
          </ac:spMkLst>
        </pc:spChg>
        <pc:spChg chg="add del mod">
          <ac:chgData name="Gregor Castro" userId="62c98bd55190e520" providerId="LiveId" clId="{6304FCCD-6262-4C8F-A20F-B21ED378C329}" dt="2025-11-11T22:56:57.649" v="604" actId="478"/>
          <ac:spMkLst>
            <pc:docMk/>
            <pc:sldMk cId="2675433143" sldId="265"/>
            <ac:spMk id="36" creationId="{BFB99605-12E8-57C1-53F0-4453DC85FCBC}"/>
          </ac:spMkLst>
        </pc:spChg>
        <pc:spChg chg="add mod">
          <ac:chgData name="Gregor Castro" userId="62c98bd55190e520" providerId="LiveId" clId="{6304FCCD-6262-4C8F-A20F-B21ED378C329}" dt="2025-11-11T22:59:01.649" v="754" actId="208"/>
          <ac:spMkLst>
            <pc:docMk/>
            <pc:sldMk cId="2675433143" sldId="265"/>
            <ac:spMk id="39" creationId="{A64FE23A-24A2-8655-4F23-C21098761B4E}"/>
          </ac:spMkLst>
        </pc:spChg>
        <pc:spChg chg="add mod">
          <ac:chgData name="Gregor Castro" userId="62c98bd55190e520" providerId="LiveId" clId="{6304FCCD-6262-4C8F-A20F-B21ED378C329}" dt="2025-11-11T23:01:49.881" v="947" actId="1036"/>
          <ac:spMkLst>
            <pc:docMk/>
            <pc:sldMk cId="2675433143" sldId="265"/>
            <ac:spMk id="40" creationId="{507A86CD-93D2-9F5D-45D7-D13086D8108C}"/>
          </ac:spMkLst>
        </pc:spChg>
        <pc:spChg chg="add mod">
          <ac:chgData name="Gregor Castro" userId="62c98bd55190e520" providerId="LiveId" clId="{6304FCCD-6262-4C8F-A20F-B21ED378C329}" dt="2025-11-11T23:01:44.291" v="930" actId="1035"/>
          <ac:spMkLst>
            <pc:docMk/>
            <pc:sldMk cId="2675433143" sldId="265"/>
            <ac:spMk id="41" creationId="{668018B2-3EC1-CDB1-017E-F2334B8AC873}"/>
          </ac:spMkLst>
        </pc:spChg>
        <pc:spChg chg="add mod">
          <ac:chgData name="Gregor Castro" userId="62c98bd55190e520" providerId="LiveId" clId="{6304FCCD-6262-4C8F-A20F-B21ED378C329}" dt="2025-11-11T23:01:57.130" v="951" actId="1036"/>
          <ac:spMkLst>
            <pc:docMk/>
            <pc:sldMk cId="2675433143" sldId="265"/>
            <ac:spMk id="42" creationId="{B632E137-A3FC-33C8-CC36-CB5D1135A4B6}"/>
          </ac:spMkLst>
        </pc:spChg>
        <pc:spChg chg="add mod">
          <ac:chgData name="Gregor Castro" userId="62c98bd55190e520" providerId="LiveId" clId="{6304FCCD-6262-4C8F-A20F-B21ED378C329}" dt="2025-11-11T23:02:06.477" v="974" actId="1035"/>
          <ac:spMkLst>
            <pc:docMk/>
            <pc:sldMk cId="2675433143" sldId="265"/>
            <ac:spMk id="43" creationId="{3186CE74-3AC3-87C5-2DBB-741794A31678}"/>
          </ac:spMkLst>
        </pc:spChg>
        <pc:spChg chg="add mod">
          <ac:chgData name="Gregor Castro" userId="62c98bd55190e520" providerId="LiveId" clId="{6304FCCD-6262-4C8F-A20F-B21ED378C329}" dt="2025-11-11T23:02:53.724" v="1029" actId="1035"/>
          <ac:spMkLst>
            <pc:docMk/>
            <pc:sldMk cId="2675433143" sldId="265"/>
            <ac:spMk id="44" creationId="{457E9339-88E9-FB22-B721-F5602D434167}"/>
          </ac:spMkLst>
        </pc:spChg>
        <pc:spChg chg="add mod">
          <ac:chgData name="Gregor Castro" userId="62c98bd55190e520" providerId="LiveId" clId="{6304FCCD-6262-4C8F-A20F-B21ED378C329}" dt="2025-11-11T23:02:52.206" v="1028" actId="1035"/>
          <ac:spMkLst>
            <pc:docMk/>
            <pc:sldMk cId="2675433143" sldId="265"/>
            <ac:spMk id="45" creationId="{751EAA29-F31E-6A26-5A9E-8913687D5C52}"/>
          </ac:spMkLst>
        </pc:spChg>
        <pc:spChg chg="add del mod">
          <ac:chgData name="Gregor Castro" userId="62c98bd55190e520" providerId="LiveId" clId="{6304FCCD-6262-4C8F-A20F-B21ED378C329}" dt="2025-11-11T23:02:16.197" v="993" actId="478"/>
          <ac:spMkLst>
            <pc:docMk/>
            <pc:sldMk cId="2675433143" sldId="265"/>
            <ac:spMk id="46" creationId="{0A2FF3FB-0247-3565-B76B-408535933A1C}"/>
          </ac:spMkLst>
        </pc:spChg>
        <pc:spChg chg="add mod">
          <ac:chgData name="Gregor Castro" userId="62c98bd55190e520" providerId="LiveId" clId="{6304FCCD-6262-4C8F-A20F-B21ED378C329}" dt="2025-11-11T23:09:47.672" v="1109" actId="207"/>
          <ac:spMkLst>
            <pc:docMk/>
            <pc:sldMk cId="2675433143" sldId="265"/>
            <ac:spMk id="47" creationId="{0C613C4D-B925-BFD5-C46C-886126FB6298}"/>
          </ac:spMkLst>
        </pc:spChg>
        <pc:spChg chg="add mod">
          <ac:chgData name="Gregor Castro" userId="62c98bd55190e520" providerId="LiveId" clId="{6304FCCD-6262-4C8F-A20F-B21ED378C329}" dt="2025-11-11T23:02:31.744" v="997" actId="1076"/>
          <ac:spMkLst>
            <pc:docMk/>
            <pc:sldMk cId="2675433143" sldId="265"/>
            <ac:spMk id="49" creationId="{CB5ED1D9-4DBE-5450-209E-48492388ABCD}"/>
          </ac:spMkLst>
        </pc:spChg>
        <pc:spChg chg="mod">
          <ac:chgData name="Gregor Castro" userId="62c98bd55190e520" providerId="LiveId" clId="{6304FCCD-6262-4C8F-A20F-B21ED378C329}" dt="2025-11-11T22:54:12.343" v="490" actId="404"/>
          <ac:spMkLst>
            <pc:docMk/>
            <pc:sldMk cId="2675433143" sldId="265"/>
            <ac:spMk id="284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2:56:12.809" v="560" actId="478"/>
          <ac:spMkLst>
            <pc:docMk/>
            <pc:sldMk cId="2675433143" sldId="265"/>
            <ac:spMk id="285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2:55:33.684" v="524" actId="478"/>
          <ac:spMkLst>
            <pc:docMk/>
            <pc:sldMk cId="2675433143" sldId="265"/>
            <ac:spMk id="287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2:53:29.140" v="478" actId="478"/>
          <ac:spMkLst>
            <pc:docMk/>
            <pc:sldMk cId="2675433143" sldId="265"/>
            <ac:spMk id="288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2:55:35.825" v="525" actId="478"/>
          <ac:spMkLst>
            <pc:docMk/>
            <pc:sldMk cId="2675433143" sldId="265"/>
            <ac:spMk id="289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2:53:29.140" v="478" actId="478"/>
          <ac:spMkLst>
            <pc:docMk/>
            <pc:sldMk cId="2675433143" sldId="265"/>
            <ac:spMk id="290" creationId="{00000000-0000-0000-0000-000000000000}"/>
          </ac:spMkLst>
        </pc:spChg>
        <pc:spChg chg="mod">
          <ac:chgData name="Gregor Castro" userId="62c98bd55190e520" providerId="LiveId" clId="{6304FCCD-6262-4C8F-A20F-B21ED378C329}" dt="2025-11-11T23:41:21.954" v="1658" actId="14100"/>
          <ac:spMkLst>
            <pc:docMk/>
            <pc:sldMk cId="2675433143" sldId="265"/>
            <ac:spMk id="291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2:55:21.595" v="519" actId="478"/>
          <ac:spMkLst>
            <pc:docMk/>
            <pc:sldMk cId="2675433143" sldId="265"/>
            <ac:spMk id="292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2:55:25.700" v="521" actId="478"/>
          <ac:spMkLst>
            <pc:docMk/>
            <pc:sldMk cId="2675433143" sldId="265"/>
            <ac:spMk id="293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2:53:29.140" v="478" actId="478"/>
          <ac:spMkLst>
            <pc:docMk/>
            <pc:sldMk cId="2675433143" sldId="265"/>
            <ac:spMk id="294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2:53:29.140" v="478" actId="478"/>
          <ac:spMkLst>
            <pc:docMk/>
            <pc:sldMk cId="2675433143" sldId="265"/>
            <ac:spMk id="295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2:53:29.140" v="478" actId="478"/>
          <ac:spMkLst>
            <pc:docMk/>
            <pc:sldMk cId="2675433143" sldId="265"/>
            <ac:spMk id="296" creationId="{00000000-0000-0000-0000-000000000000}"/>
          </ac:spMkLst>
        </pc:spChg>
        <pc:cxnChg chg="add mod">
          <ac:chgData name="Gregor Castro" userId="62c98bd55190e520" providerId="LiveId" clId="{6304FCCD-6262-4C8F-A20F-B21ED378C329}" dt="2025-11-11T23:02:21.637" v="994" actId="14100"/>
          <ac:cxnSpMkLst>
            <pc:docMk/>
            <pc:sldMk cId="2675433143" sldId="265"/>
            <ac:cxnSpMk id="21" creationId="{4B70D17D-3200-9E8C-FE61-A0584D857306}"/>
          </ac:cxnSpMkLst>
        </pc:cxnChg>
        <pc:cxnChg chg="del mod">
          <ac:chgData name="Gregor Castro" userId="62c98bd55190e520" providerId="LiveId" clId="{6304FCCD-6262-4C8F-A20F-B21ED378C329}" dt="2025-11-11T22:58:24.570" v="747" actId="478"/>
          <ac:cxnSpMkLst>
            <pc:docMk/>
            <pc:sldMk cId="2675433143" sldId="265"/>
            <ac:cxnSpMk id="297" creationId="{00000000-0000-0000-0000-000000000000}"/>
          </ac:cxnSpMkLst>
        </pc:cxnChg>
      </pc:sldChg>
      <pc:sldChg chg="addSp delSp modSp add mod ord">
        <pc:chgData name="Gregor Castro" userId="62c98bd55190e520" providerId="LiveId" clId="{6304FCCD-6262-4C8F-A20F-B21ED378C329}" dt="2025-11-12T00:58:16.443" v="2571" actId="113"/>
        <pc:sldMkLst>
          <pc:docMk/>
          <pc:sldMk cId="1800012715" sldId="266"/>
        </pc:sldMkLst>
        <pc:spChg chg="add del mod">
          <ac:chgData name="Gregor Castro" userId="62c98bd55190e520" providerId="LiveId" clId="{6304FCCD-6262-4C8F-A20F-B21ED378C329}" dt="2025-11-12T00:27:04.906" v="2454" actId="478"/>
          <ac:spMkLst>
            <pc:docMk/>
            <pc:sldMk cId="1800012715" sldId="266"/>
            <ac:spMk id="3" creationId="{41A87357-0BC3-A377-DD64-6C5DE2666DEA}"/>
          </ac:spMkLst>
        </pc:spChg>
        <pc:spChg chg="mod">
          <ac:chgData name="Gregor Castro" userId="62c98bd55190e520" providerId="LiveId" clId="{6304FCCD-6262-4C8F-A20F-B21ED378C329}" dt="2025-11-12T00:29:46.277" v="2484" actId="207"/>
          <ac:spMkLst>
            <pc:docMk/>
            <pc:sldMk cId="1800012715" sldId="266"/>
            <ac:spMk id="25" creationId="{BEC8AD1C-5291-CF42-43D4-1A05429A7C69}"/>
          </ac:spMkLst>
        </pc:spChg>
        <pc:spChg chg="mod">
          <ac:chgData name="Gregor Castro" userId="62c98bd55190e520" providerId="LiveId" clId="{6304FCCD-6262-4C8F-A20F-B21ED378C329}" dt="2025-11-12T00:29:46.277" v="2484" actId="207"/>
          <ac:spMkLst>
            <pc:docMk/>
            <pc:sldMk cId="1800012715" sldId="266"/>
            <ac:spMk id="26" creationId="{A3DECC43-9306-CB6D-C038-6E2DA288F6E2}"/>
          </ac:spMkLst>
        </pc:spChg>
        <pc:spChg chg="add del mod">
          <ac:chgData name="Gregor Castro" userId="62c98bd55190e520" providerId="LiveId" clId="{6304FCCD-6262-4C8F-A20F-B21ED378C329}" dt="2025-11-12T00:30:15.601" v="2489" actId="478"/>
          <ac:spMkLst>
            <pc:docMk/>
            <pc:sldMk cId="1800012715" sldId="266"/>
            <ac:spMk id="28" creationId="{F4262CD4-3679-E80E-E83D-8571F72E3D6B}"/>
          </ac:spMkLst>
        </pc:spChg>
        <pc:spChg chg="add mod">
          <ac:chgData name="Gregor Castro" userId="62c98bd55190e520" providerId="LiveId" clId="{6304FCCD-6262-4C8F-A20F-B21ED378C329}" dt="2025-11-12T00:32:45" v="2524" actId="207"/>
          <ac:spMkLst>
            <pc:docMk/>
            <pc:sldMk cId="1800012715" sldId="266"/>
            <ac:spMk id="29" creationId="{5FDF04FB-4D0D-2F52-FABE-67DEF8212906}"/>
          </ac:spMkLst>
        </pc:spChg>
        <pc:spChg chg="del">
          <ac:chgData name="Gregor Castro" userId="62c98bd55190e520" providerId="LiveId" clId="{6304FCCD-6262-4C8F-A20F-B21ED378C329}" dt="2025-11-12T00:30:12.811" v="2488" actId="478"/>
          <ac:spMkLst>
            <pc:docMk/>
            <pc:sldMk cId="1800012715" sldId="266"/>
            <ac:spMk id="303" creationId="{00000000-0000-0000-0000-000000000000}"/>
          </ac:spMkLst>
        </pc:spChg>
        <pc:spChg chg="mod">
          <ac:chgData name="Gregor Castro" userId="62c98bd55190e520" providerId="LiveId" clId="{6304FCCD-6262-4C8F-A20F-B21ED378C329}" dt="2025-11-12T00:58:16.443" v="2571" actId="113"/>
          <ac:spMkLst>
            <pc:docMk/>
            <pc:sldMk cId="1800012715" sldId="266"/>
            <ac:spMk id="304" creationId="{00000000-0000-0000-0000-000000000000}"/>
          </ac:spMkLst>
        </pc:spChg>
        <pc:grpChg chg="mod">
          <ac:chgData name="Gregor Castro" userId="62c98bd55190e520" providerId="LiveId" clId="{6304FCCD-6262-4C8F-A20F-B21ED378C329}" dt="2025-11-12T00:28:03.989" v="2467" actId="14100"/>
          <ac:grpSpMkLst>
            <pc:docMk/>
            <pc:sldMk cId="1800012715" sldId="266"/>
            <ac:grpSpMk id="5" creationId="{AC7740DF-F126-822A-A83C-64B97FB219A6}"/>
          </ac:grpSpMkLst>
        </pc:grpChg>
        <pc:grpChg chg="add mod">
          <ac:chgData name="Gregor Castro" userId="62c98bd55190e520" providerId="LiveId" clId="{6304FCCD-6262-4C8F-A20F-B21ED378C329}" dt="2025-11-12T00:28:41.353" v="2476" actId="1076"/>
          <ac:grpSpMkLst>
            <pc:docMk/>
            <pc:sldMk cId="1800012715" sldId="266"/>
            <ac:grpSpMk id="18" creationId="{C29DECC1-3217-01EB-3144-7708CFE8185D}"/>
          </ac:grpSpMkLst>
        </pc:grpChg>
        <pc:grpChg chg="add mod">
          <ac:chgData name="Gregor Castro" userId="62c98bd55190e520" providerId="LiveId" clId="{6304FCCD-6262-4C8F-A20F-B21ED378C329}" dt="2025-11-12T00:29:46.277" v="2484" actId="207"/>
          <ac:grpSpMkLst>
            <pc:docMk/>
            <pc:sldMk cId="1800012715" sldId="266"/>
            <ac:grpSpMk id="24" creationId="{2316BF21-956B-A7F9-2568-B0577AED2DE5}"/>
          </ac:grpSpMkLst>
        </pc:grpChg>
        <pc:grpChg chg="mod">
          <ac:chgData name="Gregor Castro" userId="62c98bd55190e520" providerId="LiveId" clId="{6304FCCD-6262-4C8F-A20F-B21ED378C329}" dt="2025-11-12T00:57:24.909" v="2564" actId="1036"/>
          <ac:grpSpMkLst>
            <pc:docMk/>
            <pc:sldMk cId="1800012715" sldId="266"/>
            <ac:grpSpMk id="306" creationId="{00000000-0000-0000-0000-000000000000}"/>
          </ac:grpSpMkLst>
        </pc:grpChg>
        <pc:picChg chg="add del mod">
          <ac:chgData name="Gregor Castro" userId="62c98bd55190e520" providerId="LiveId" clId="{6304FCCD-6262-4C8F-A20F-B21ED378C329}" dt="2025-11-12T00:27:51.910" v="2463" actId="478"/>
          <ac:picMkLst>
            <pc:docMk/>
            <pc:sldMk cId="1800012715" sldId="266"/>
            <ac:picMk id="4" creationId="{57BF9C37-5D4F-AF60-B8C1-66797697CB98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8" creationId="{3F0EF535-7E1C-8C13-9CBA-C6CAD12E69BD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9" creationId="{003EEA05-047E-F2EA-6DCB-CF7172A07544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0" creationId="{818D8360-3F4D-FC4B-1AE9-9C243196F43D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1" creationId="{93E75A35-171F-77A0-0BAE-785D9464A21B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2" creationId="{B35A52BD-008A-12CC-7D1A-F61119BA941A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3" creationId="{9544425C-1590-8946-5249-4053D7F3A3D2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4" creationId="{BED4030E-DFFC-7232-98D5-0291E5B396A0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5" creationId="{60F09E5A-3F59-0B7A-0097-4185184F25BE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6" creationId="{3DEAE96A-AFAC-6C98-293F-A7766D15B2BB}"/>
          </ac:picMkLst>
        </pc:picChg>
        <pc:picChg chg="mod">
          <ac:chgData name="Gregor Castro" userId="62c98bd55190e520" providerId="LiveId" clId="{6304FCCD-6262-4C8F-A20F-B21ED378C329}" dt="2025-11-12T00:27:56.777" v="2465"/>
          <ac:picMkLst>
            <pc:docMk/>
            <pc:sldMk cId="1800012715" sldId="266"/>
            <ac:picMk id="17" creationId="{95DAC6E7-D4C6-3188-144A-B4431873E8B9}"/>
          </ac:picMkLst>
        </pc:picChg>
        <pc:picChg chg="mod">
          <ac:chgData name="Gregor Castro" userId="62c98bd55190e520" providerId="LiveId" clId="{6304FCCD-6262-4C8F-A20F-B21ED378C329}" dt="2025-11-12T00:28:19.279" v="2472"/>
          <ac:picMkLst>
            <pc:docMk/>
            <pc:sldMk cId="1800012715" sldId="266"/>
            <ac:picMk id="19" creationId="{C4FB2B95-1EF2-CF26-098E-1288DC90BCB7}"/>
          </ac:picMkLst>
        </pc:picChg>
        <pc:picChg chg="mod">
          <ac:chgData name="Gregor Castro" userId="62c98bd55190e520" providerId="LiveId" clId="{6304FCCD-6262-4C8F-A20F-B21ED378C329}" dt="2025-11-12T00:28:19.279" v="2472"/>
          <ac:picMkLst>
            <pc:docMk/>
            <pc:sldMk cId="1800012715" sldId="266"/>
            <ac:picMk id="20" creationId="{BE5400EC-95DD-5FCA-92A7-DED65609CDCD}"/>
          </ac:picMkLst>
        </pc:picChg>
        <pc:picChg chg="mod">
          <ac:chgData name="Gregor Castro" userId="62c98bd55190e520" providerId="LiveId" clId="{6304FCCD-6262-4C8F-A20F-B21ED378C329}" dt="2025-11-12T00:28:19.279" v="2472"/>
          <ac:picMkLst>
            <pc:docMk/>
            <pc:sldMk cId="1800012715" sldId="266"/>
            <ac:picMk id="21" creationId="{4788A13E-F612-758F-149D-94C23ED70DB5}"/>
          </ac:picMkLst>
        </pc:picChg>
        <pc:picChg chg="mod">
          <ac:chgData name="Gregor Castro" userId="62c98bd55190e520" providerId="LiveId" clId="{6304FCCD-6262-4C8F-A20F-B21ED378C329}" dt="2025-11-12T00:28:19.279" v="2472"/>
          <ac:picMkLst>
            <pc:docMk/>
            <pc:sldMk cId="1800012715" sldId="266"/>
            <ac:picMk id="22" creationId="{4CA7A05B-A1A8-9946-A706-AE18FE2F1E78}"/>
          </ac:picMkLst>
        </pc:picChg>
        <pc:picChg chg="mod">
          <ac:chgData name="Gregor Castro" userId="62c98bd55190e520" providerId="LiveId" clId="{6304FCCD-6262-4C8F-A20F-B21ED378C329}" dt="2025-11-12T00:28:19.279" v="2472"/>
          <ac:picMkLst>
            <pc:docMk/>
            <pc:sldMk cId="1800012715" sldId="266"/>
            <ac:picMk id="23" creationId="{CE93E577-7061-39ED-98E6-8D27AE1309D1}"/>
          </ac:picMkLst>
        </pc:picChg>
        <pc:picChg chg="del">
          <ac:chgData name="Gregor Castro" userId="62c98bd55190e520" providerId="LiveId" clId="{6304FCCD-6262-4C8F-A20F-B21ED378C329}" dt="2025-11-12T00:27:02.745" v="2453" actId="478"/>
          <ac:picMkLst>
            <pc:docMk/>
            <pc:sldMk cId="1800012715" sldId="266"/>
            <ac:picMk id="305" creationId="{00000000-0000-0000-0000-000000000000}"/>
          </ac:picMkLst>
        </pc:picChg>
      </pc:sldChg>
      <pc:sldChg chg="add del">
        <pc:chgData name="Gregor Castro" userId="62c98bd55190e520" providerId="LiveId" clId="{6304FCCD-6262-4C8F-A20F-B21ED378C329}" dt="2025-11-12T01:45:23.359" v="3429" actId="47"/>
        <pc:sldMkLst>
          <pc:docMk/>
          <pc:sldMk cId="3031924843" sldId="267"/>
        </pc:sldMkLst>
      </pc:sldChg>
      <pc:sldChg chg="addSp delSp modSp add mod ord">
        <pc:chgData name="Gregor Castro" userId="62c98bd55190e520" providerId="LiveId" clId="{6304FCCD-6262-4C8F-A20F-B21ED378C329}" dt="2025-11-12T01:55:08.450" v="3468" actId="1035"/>
        <pc:sldMkLst>
          <pc:docMk/>
          <pc:sldMk cId="154746931" sldId="268"/>
        </pc:sldMkLst>
        <pc:spChg chg="add del mod">
          <ac:chgData name="Gregor Castro" userId="62c98bd55190e520" providerId="LiveId" clId="{6304FCCD-6262-4C8F-A20F-B21ED378C329}" dt="2025-11-11T23:17:42.547" v="1245" actId="478"/>
          <ac:spMkLst>
            <pc:docMk/>
            <pc:sldMk cId="154746931" sldId="268"/>
            <ac:spMk id="2" creationId="{3B0F6581-4A3E-C0C9-73A9-FCE9CC005D02}"/>
          </ac:spMkLst>
        </pc:spChg>
        <pc:spChg chg="add del mod">
          <ac:chgData name="Gregor Castro" userId="62c98bd55190e520" providerId="LiveId" clId="{6304FCCD-6262-4C8F-A20F-B21ED378C329}" dt="2025-11-11T23:17:42.547" v="1245" actId="478"/>
          <ac:spMkLst>
            <pc:docMk/>
            <pc:sldMk cId="154746931" sldId="268"/>
            <ac:spMk id="3" creationId="{EE131841-3AF4-56C4-E518-86FA040B6EF8}"/>
          </ac:spMkLst>
        </pc:spChg>
        <pc:spChg chg="add mod">
          <ac:chgData name="Gregor Castro" userId="62c98bd55190e520" providerId="LiveId" clId="{6304FCCD-6262-4C8F-A20F-B21ED378C329}" dt="2025-11-11T23:40:58.497" v="1657" actId="122"/>
          <ac:spMkLst>
            <pc:docMk/>
            <pc:sldMk cId="154746931" sldId="268"/>
            <ac:spMk id="4" creationId="{C465C67E-79BE-BCAB-5EB5-0B97A8E4416E}"/>
          </ac:spMkLst>
        </pc:spChg>
        <pc:spChg chg="add del mod">
          <ac:chgData name="Gregor Castro" userId="62c98bd55190e520" providerId="LiveId" clId="{6304FCCD-6262-4C8F-A20F-B21ED378C329}" dt="2025-11-11T23:17:42.547" v="1245" actId="478"/>
          <ac:spMkLst>
            <pc:docMk/>
            <pc:sldMk cId="154746931" sldId="268"/>
            <ac:spMk id="5" creationId="{E95E98C4-D5A9-4658-C570-9C2042681ABB}"/>
          </ac:spMkLst>
        </pc:spChg>
        <pc:spChg chg="add del mod">
          <ac:chgData name="Gregor Castro" userId="62c98bd55190e520" providerId="LiveId" clId="{6304FCCD-6262-4C8F-A20F-B21ED378C329}" dt="2025-11-11T23:17:42.547" v="1245" actId="478"/>
          <ac:spMkLst>
            <pc:docMk/>
            <pc:sldMk cId="154746931" sldId="268"/>
            <ac:spMk id="6" creationId="{9BDE33CF-C9A8-192F-C091-3AF4272D5057}"/>
          </ac:spMkLst>
        </pc:spChg>
        <pc:spChg chg="add del mod">
          <ac:chgData name="Gregor Castro" userId="62c98bd55190e520" providerId="LiveId" clId="{6304FCCD-6262-4C8F-A20F-B21ED378C329}" dt="2025-11-11T23:20:16.313" v="1252" actId="478"/>
          <ac:spMkLst>
            <pc:docMk/>
            <pc:sldMk cId="154746931" sldId="268"/>
            <ac:spMk id="7" creationId="{D02958F3-F765-C983-E243-3645BB48F40F}"/>
          </ac:spMkLst>
        </pc:spChg>
        <pc:spChg chg="add mod ord">
          <ac:chgData name="Gregor Castro" userId="62c98bd55190e520" providerId="LiveId" clId="{6304FCCD-6262-4C8F-A20F-B21ED378C329}" dt="2025-11-11T23:36:36.276" v="1588" actId="1035"/>
          <ac:spMkLst>
            <pc:docMk/>
            <pc:sldMk cId="154746931" sldId="268"/>
            <ac:spMk id="8" creationId="{1683E16C-35B3-36BE-D0BE-505750666ACE}"/>
          </ac:spMkLst>
        </pc:spChg>
        <pc:spChg chg="add mod">
          <ac:chgData name="Gregor Castro" userId="62c98bd55190e520" providerId="LiveId" clId="{6304FCCD-6262-4C8F-A20F-B21ED378C329}" dt="2025-11-12T00:25:15.641" v="2448" actId="208"/>
          <ac:spMkLst>
            <pc:docMk/>
            <pc:sldMk cId="154746931" sldId="268"/>
            <ac:spMk id="9" creationId="{799CF0C7-E88A-621D-144D-D69CEC51C6FB}"/>
          </ac:spMkLst>
        </pc:spChg>
        <pc:spChg chg="add mod">
          <ac:chgData name="Gregor Castro" userId="62c98bd55190e520" providerId="LiveId" clId="{6304FCCD-6262-4C8F-A20F-B21ED378C329}" dt="2025-11-12T01:54:59.897" v="3461" actId="1035"/>
          <ac:spMkLst>
            <pc:docMk/>
            <pc:sldMk cId="154746931" sldId="268"/>
            <ac:spMk id="10" creationId="{4DFC9AC6-F33C-F9C9-26F3-694F02F72DF2}"/>
          </ac:spMkLst>
        </pc:spChg>
        <pc:spChg chg="add mod">
          <ac:chgData name="Gregor Castro" userId="62c98bd55190e520" providerId="LiveId" clId="{6304FCCD-6262-4C8F-A20F-B21ED378C329}" dt="2025-11-12T00:25:15.641" v="2448" actId="208"/>
          <ac:spMkLst>
            <pc:docMk/>
            <pc:sldMk cId="154746931" sldId="268"/>
            <ac:spMk id="11" creationId="{F165365B-507E-734B-A416-DF39A7594066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3" creationId="{D25B69E7-0865-76E0-6DD8-7BCC2F855A2A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4" creationId="{FAC33A8A-12CB-B4A7-0B3A-FCF02EFAE305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5" creationId="{51BE6224-6216-7E96-D002-929E83FC56F2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6" creationId="{2BCB0297-7343-6AAB-144A-5ADB152B72AE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7" creationId="{426E1D5E-773A-F6F3-7900-CE45E66DC464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8" creationId="{1F7E8889-2896-C490-FBE9-DA5E1903DF93}"/>
          </ac:spMkLst>
        </pc:spChg>
        <pc:spChg chg="mod">
          <ac:chgData name="Gregor Castro" userId="62c98bd55190e520" providerId="LiveId" clId="{6304FCCD-6262-4C8F-A20F-B21ED378C329}" dt="2025-11-11T23:26:14.626" v="1309"/>
          <ac:spMkLst>
            <pc:docMk/>
            <pc:sldMk cId="154746931" sldId="268"/>
            <ac:spMk id="19" creationId="{F15A18B5-4A1D-8ECA-0850-7C3BD57061AD}"/>
          </ac:spMkLst>
        </pc:spChg>
        <pc:spChg chg="add mod">
          <ac:chgData name="Gregor Castro" userId="62c98bd55190e520" providerId="LiveId" clId="{6304FCCD-6262-4C8F-A20F-B21ED378C329}" dt="2025-11-12T01:55:08.450" v="3468" actId="1035"/>
          <ac:spMkLst>
            <pc:docMk/>
            <pc:sldMk cId="154746931" sldId="268"/>
            <ac:spMk id="20" creationId="{40114771-CD2A-A602-02B3-CD11167CE3C1}"/>
          </ac:spMkLst>
        </pc:spChg>
        <pc:spChg chg="add del mod">
          <ac:chgData name="Gregor Castro" userId="62c98bd55190e520" providerId="LiveId" clId="{6304FCCD-6262-4C8F-A20F-B21ED378C329}" dt="2025-11-11T23:27:30.689" v="1331" actId="478"/>
          <ac:spMkLst>
            <pc:docMk/>
            <pc:sldMk cId="154746931" sldId="268"/>
            <ac:spMk id="22" creationId="{179A7448-C329-79EC-23DC-A6F291F75480}"/>
          </ac:spMkLst>
        </pc:spChg>
        <pc:spChg chg="add del mod">
          <ac:chgData name="Gregor Castro" userId="62c98bd55190e520" providerId="LiveId" clId="{6304FCCD-6262-4C8F-A20F-B21ED378C329}" dt="2025-11-11T23:27:30.689" v="1331" actId="478"/>
          <ac:spMkLst>
            <pc:docMk/>
            <pc:sldMk cId="154746931" sldId="268"/>
            <ac:spMk id="24" creationId="{BB4B0010-651D-8277-1413-C1BEB72E9CE2}"/>
          </ac:spMkLst>
        </pc:spChg>
        <pc:spChg chg="add mod">
          <ac:chgData name="Gregor Castro" userId="62c98bd55190e520" providerId="LiveId" clId="{6304FCCD-6262-4C8F-A20F-B21ED378C329}" dt="2025-11-11T23:36:36.276" v="1588" actId="1035"/>
          <ac:spMkLst>
            <pc:docMk/>
            <pc:sldMk cId="154746931" sldId="268"/>
            <ac:spMk id="25" creationId="{31929B85-9A8B-ADA5-6E8F-D60C1DFD429C}"/>
          </ac:spMkLst>
        </pc:spChg>
        <pc:spChg chg="add del mod">
          <ac:chgData name="Gregor Castro" userId="62c98bd55190e520" providerId="LiveId" clId="{6304FCCD-6262-4C8F-A20F-B21ED378C329}" dt="2025-11-11T23:35:35.258" v="1536" actId="478"/>
          <ac:spMkLst>
            <pc:docMk/>
            <pc:sldMk cId="154746931" sldId="268"/>
            <ac:spMk id="27" creationId="{CEE54720-8D54-2CCB-A5F7-96B981ED1327}"/>
          </ac:spMkLst>
        </pc:spChg>
        <pc:spChg chg="add del mod">
          <ac:chgData name="Gregor Castro" userId="62c98bd55190e520" providerId="LiveId" clId="{6304FCCD-6262-4C8F-A20F-B21ED378C329}" dt="2025-11-11T23:39:58.855" v="1629" actId="478"/>
          <ac:spMkLst>
            <pc:docMk/>
            <pc:sldMk cId="154746931" sldId="268"/>
            <ac:spMk id="28" creationId="{3BA8AF36-B3A9-2C49-C807-9B5CB3B98F02}"/>
          </ac:spMkLst>
        </pc:spChg>
        <pc:spChg chg="add mod">
          <ac:chgData name="Gregor Castro" userId="62c98bd55190e520" providerId="LiveId" clId="{6304FCCD-6262-4C8F-A20F-B21ED378C329}" dt="2025-11-11T23:40:46.798" v="1656" actId="207"/>
          <ac:spMkLst>
            <pc:docMk/>
            <pc:sldMk cId="154746931" sldId="268"/>
            <ac:spMk id="29" creationId="{B0B3A034-EE79-0165-BFBB-0F4486DC1E90}"/>
          </ac:spMkLst>
        </pc:spChg>
        <pc:spChg chg="del mod">
          <ac:chgData name="Gregor Castro" userId="62c98bd55190e520" providerId="LiveId" clId="{6304FCCD-6262-4C8F-A20F-B21ED378C329}" dt="2025-11-11T23:27:26.351" v="1330" actId="478"/>
          <ac:spMkLst>
            <pc:docMk/>
            <pc:sldMk cId="154746931" sldId="268"/>
            <ac:spMk id="342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3:35:30.614" v="1534" actId="478"/>
          <ac:spMkLst>
            <pc:docMk/>
            <pc:sldMk cId="154746931" sldId="268"/>
            <ac:spMk id="343" creationId="{00000000-0000-0000-0000-000000000000}"/>
          </ac:spMkLst>
        </pc:spChg>
        <pc:spChg chg="del mod">
          <ac:chgData name="Gregor Castro" userId="62c98bd55190e520" providerId="LiveId" clId="{6304FCCD-6262-4C8F-A20F-B21ED378C329}" dt="2025-11-11T23:27:26.351" v="1330" actId="478"/>
          <ac:spMkLst>
            <pc:docMk/>
            <pc:sldMk cId="154746931" sldId="268"/>
            <ac:spMk id="344" creationId="{00000000-0000-0000-0000-000000000000}"/>
          </ac:spMkLst>
        </pc:spChg>
        <pc:spChg chg="mod">
          <ac:chgData name="Gregor Castro" userId="62c98bd55190e520" providerId="LiveId" clId="{6304FCCD-6262-4C8F-A20F-B21ED378C329}" dt="2025-11-12T01:54:59.897" v="3461" actId="1035"/>
          <ac:spMkLst>
            <pc:docMk/>
            <pc:sldMk cId="154746931" sldId="268"/>
            <ac:spMk id="345" creationId="{00000000-0000-0000-0000-000000000000}"/>
          </ac:spMkLst>
        </pc:spChg>
        <pc:spChg chg="mod ord">
          <ac:chgData name="Gregor Castro" userId="62c98bd55190e520" providerId="LiveId" clId="{6304FCCD-6262-4C8F-A20F-B21ED378C329}" dt="2025-11-12T01:55:08.450" v="3468" actId="1035"/>
          <ac:spMkLst>
            <pc:docMk/>
            <pc:sldMk cId="154746931" sldId="268"/>
            <ac:spMk id="346" creationId="{00000000-0000-0000-0000-000000000000}"/>
          </ac:spMkLst>
        </pc:spChg>
        <pc:grpChg chg="del mod">
          <ac:chgData name="Gregor Castro" userId="62c98bd55190e520" providerId="LiveId" clId="{6304FCCD-6262-4C8F-A20F-B21ED378C329}" dt="2025-11-11T23:27:18.602" v="1329" actId="478"/>
          <ac:grpSpMkLst>
            <pc:docMk/>
            <pc:sldMk cId="154746931" sldId="268"/>
            <ac:grpSpMk id="12" creationId="{670F1B2C-38CC-56F9-55D4-008045BFF5DA}"/>
          </ac:grpSpMkLst>
        </pc:grpChg>
        <pc:grpChg chg="mod ord">
          <ac:chgData name="Gregor Castro" userId="62c98bd55190e520" providerId="LiveId" clId="{6304FCCD-6262-4C8F-A20F-B21ED378C329}" dt="2025-11-11T23:36:36.276" v="1588" actId="1035"/>
          <ac:grpSpMkLst>
            <pc:docMk/>
            <pc:sldMk cId="154746931" sldId="268"/>
            <ac:grpSpMk id="347" creationId="{00000000-0000-0000-0000-000000000000}"/>
          </ac:grpSpMkLst>
        </pc:grpChg>
        <pc:grpChg chg="mod ord">
          <ac:chgData name="Gregor Castro" userId="62c98bd55190e520" providerId="LiveId" clId="{6304FCCD-6262-4C8F-A20F-B21ED378C329}" dt="2025-11-11T23:29:42.768" v="1359" actId="1076"/>
          <ac:grpSpMkLst>
            <pc:docMk/>
            <pc:sldMk cId="154746931" sldId="268"/>
            <ac:grpSpMk id="355" creationId="{00000000-0000-0000-0000-000000000000}"/>
          </ac:grpSpMkLst>
        </pc:grpChg>
      </pc:sldChg>
      <pc:sldChg chg="add del">
        <pc:chgData name="Gregor Castro" userId="62c98bd55190e520" providerId="LiveId" clId="{6304FCCD-6262-4C8F-A20F-B21ED378C329}" dt="2025-11-12T01:45:25.806" v="3431" actId="47"/>
        <pc:sldMkLst>
          <pc:docMk/>
          <pc:sldMk cId="1718030645" sldId="269"/>
        </pc:sldMkLst>
      </pc:sldChg>
      <pc:sldChg chg="add del">
        <pc:chgData name="Gregor Castro" userId="62c98bd55190e520" providerId="LiveId" clId="{6304FCCD-6262-4C8F-A20F-B21ED378C329}" dt="2025-11-12T01:45:26.275" v="3432" actId="47"/>
        <pc:sldMkLst>
          <pc:docMk/>
          <pc:sldMk cId="2529117506" sldId="270"/>
        </pc:sldMkLst>
      </pc:sldChg>
      <pc:sldChg chg="addSp delSp modSp add mod ord">
        <pc:chgData name="Gregor Castro" userId="62c98bd55190e520" providerId="LiveId" clId="{6304FCCD-6262-4C8F-A20F-B21ED378C329}" dt="2025-11-12T00:17:52.808" v="2402" actId="478"/>
        <pc:sldMkLst>
          <pc:docMk/>
          <pc:sldMk cId="1089099428" sldId="271"/>
        </pc:sldMkLst>
        <pc:spChg chg="add del mod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3" creationId="{A6D7BF67-4B61-D4FB-3126-773F1EB47E16}"/>
          </ac:spMkLst>
        </pc:spChg>
        <pc:spChg chg="add del mod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5" creationId="{849F1B80-A08E-5D35-46D9-B20B418B1700}"/>
          </ac:spMkLst>
        </pc:spChg>
        <pc:spChg chg="del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7" creationId="{8146655C-4A80-7792-0D8A-6BC73C44B007}"/>
          </ac:spMkLst>
        </pc:spChg>
        <pc:spChg chg="del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9" creationId="{92A21025-7A39-87BD-B857-7160534EE942}"/>
          </ac:spMkLst>
        </pc:spChg>
        <pc:spChg chg="add del mod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11" creationId="{6C4C01A3-E36E-EC53-34FB-11402C8D23A4}"/>
          </ac:spMkLst>
        </pc:spChg>
        <pc:spChg chg="del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13" creationId="{441F96D9-B992-D2E0-2D7C-1FEE0F03CF31}"/>
          </ac:spMkLst>
        </pc:spChg>
        <pc:spChg chg="add del mod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15" creationId="{BD33C76A-4E8D-A018-A06E-C431894D9946}"/>
          </ac:spMkLst>
        </pc:spChg>
        <pc:spChg chg="del">
          <ac:chgData name="Gregor Castro" userId="62c98bd55190e520" providerId="LiveId" clId="{6304FCCD-6262-4C8F-A20F-B21ED378C329}" dt="2025-11-11T23:43:58.164" v="1682" actId="478"/>
          <ac:spMkLst>
            <pc:docMk/>
            <pc:sldMk cId="1089099428" sldId="271"/>
            <ac:spMk id="17" creationId="{C1227A00-6CED-1C7E-E988-2A726C1F2200}"/>
          </ac:spMkLst>
        </pc:spChg>
        <pc:spChg chg="add del mod">
          <ac:chgData name="Gregor Castro" userId="62c98bd55190e520" providerId="LiveId" clId="{6304FCCD-6262-4C8F-A20F-B21ED378C329}" dt="2025-11-11T23:44:05.563" v="1684" actId="478"/>
          <ac:spMkLst>
            <pc:docMk/>
            <pc:sldMk cId="1089099428" sldId="271"/>
            <ac:spMk id="19" creationId="{EA83733A-A352-48DA-0D53-1BA94116EA3D}"/>
          </ac:spMkLst>
        </pc:spChg>
        <pc:spChg chg="add del mod">
          <ac:chgData name="Gregor Castro" userId="62c98bd55190e520" providerId="LiveId" clId="{6304FCCD-6262-4C8F-A20F-B21ED378C329}" dt="2025-11-11T23:44:05.563" v="1684" actId="478"/>
          <ac:spMkLst>
            <pc:docMk/>
            <pc:sldMk cId="1089099428" sldId="271"/>
            <ac:spMk id="21" creationId="{CE3A3C05-D771-6A1C-482C-E404A42BD6EA}"/>
          </ac:spMkLst>
        </pc:spChg>
        <pc:spChg chg="add mod">
          <ac:chgData name="Gregor Castro" userId="62c98bd55190e520" providerId="LiveId" clId="{6304FCCD-6262-4C8F-A20F-B21ED378C329}" dt="2025-11-12T00:16:45.947" v="2390" actId="404"/>
          <ac:spMkLst>
            <pc:docMk/>
            <pc:sldMk cId="1089099428" sldId="271"/>
            <ac:spMk id="22" creationId="{602F2A95-C4B4-9264-7A4B-EE8E27EC6B15}"/>
          </ac:spMkLst>
        </pc:spChg>
        <pc:spChg chg="add mod">
          <ac:chgData name="Gregor Castro" userId="62c98bd55190e520" providerId="LiveId" clId="{6304FCCD-6262-4C8F-A20F-B21ED378C329}" dt="2025-11-12T00:13:36.057" v="2296" actId="14100"/>
          <ac:spMkLst>
            <pc:docMk/>
            <pc:sldMk cId="1089099428" sldId="271"/>
            <ac:spMk id="23" creationId="{6CCBFC45-D5D0-C71E-0FD3-D07035B4AD89}"/>
          </ac:spMkLst>
        </pc:spChg>
        <pc:spChg chg="add mod ord">
          <ac:chgData name="Gregor Castro" userId="62c98bd55190e520" providerId="LiveId" clId="{6304FCCD-6262-4C8F-A20F-B21ED378C329}" dt="2025-11-12T00:15:17.373" v="2357" actId="1036"/>
          <ac:spMkLst>
            <pc:docMk/>
            <pc:sldMk cId="1089099428" sldId="271"/>
            <ac:spMk id="25" creationId="{47B324E9-1261-B4EF-E137-32CDF4AAAF16}"/>
          </ac:spMkLst>
        </pc:spChg>
        <pc:spChg chg="add mod">
          <ac:chgData name="Gregor Castro" userId="62c98bd55190e520" providerId="LiveId" clId="{6304FCCD-6262-4C8F-A20F-B21ED378C329}" dt="2025-11-12T00:16:54.357" v="2397" actId="404"/>
          <ac:spMkLst>
            <pc:docMk/>
            <pc:sldMk cId="1089099428" sldId="271"/>
            <ac:spMk id="26" creationId="{197BD848-A0EB-2938-129C-E12ED91AE22D}"/>
          </ac:spMkLst>
        </pc:spChg>
        <pc:spChg chg="add mod">
          <ac:chgData name="Gregor Castro" userId="62c98bd55190e520" providerId="LiveId" clId="{6304FCCD-6262-4C8F-A20F-B21ED378C329}" dt="2025-11-12T00:13:40.162" v="2298" actId="14100"/>
          <ac:spMkLst>
            <pc:docMk/>
            <pc:sldMk cId="1089099428" sldId="271"/>
            <ac:spMk id="27" creationId="{3814442D-7254-A564-9B0C-9C3994573775}"/>
          </ac:spMkLst>
        </pc:spChg>
        <pc:spChg chg="add mod">
          <ac:chgData name="Gregor Castro" userId="62c98bd55190e520" providerId="LiveId" clId="{6304FCCD-6262-4C8F-A20F-B21ED378C329}" dt="2025-11-11T23:55:04.568" v="1870" actId="571"/>
          <ac:spMkLst>
            <pc:docMk/>
            <pc:sldMk cId="1089099428" sldId="271"/>
            <ac:spMk id="28" creationId="{4366C8E9-3B9A-835C-EC8B-E0F201ADF26E}"/>
          </ac:spMkLst>
        </pc:spChg>
        <pc:spChg chg="add mod">
          <ac:chgData name="Gregor Castro" userId="62c98bd55190e520" providerId="LiveId" clId="{6304FCCD-6262-4C8F-A20F-B21ED378C329}" dt="2025-11-11T23:55:04.568" v="1870" actId="571"/>
          <ac:spMkLst>
            <pc:docMk/>
            <pc:sldMk cId="1089099428" sldId="271"/>
            <ac:spMk id="29" creationId="{A949D045-28B4-1FB8-1739-4009A69EAA7A}"/>
          </ac:spMkLst>
        </pc:spChg>
        <pc:spChg chg="add mod">
          <ac:chgData name="Gregor Castro" userId="62c98bd55190e520" providerId="LiveId" clId="{6304FCCD-6262-4C8F-A20F-B21ED378C329}" dt="2025-11-11T23:55:04.568" v="1870" actId="571"/>
          <ac:spMkLst>
            <pc:docMk/>
            <pc:sldMk cId="1089099428" sldId="271"/>
            <ac:spMk id="30" creationId="{1AE5E2AB-D152-8F43-BA37-4F37B5DE754B}"/>
          </ac:spMkLst>
        </pc:spChg>
        <pc:spChg chg="add mod">
          <ac:chgData name="Gregor Castro" userId="62c98bd55190e520" providerId="LiveId" clId="{6304FCCD-6262-4C8F-A20F-B21ED378C329}" dt="2025-11-11T23:55:04.568" v="1870" actId="571"/>
          <ac:spMkLst>
            <pc:docMk/>
            <pc:sldMk cId="1089099428" sldId="271"/>
            <ac:spMk id="31" creationId="{82F3F089-EB39-B994-A0B6-DC0870998C2D}"/>
          </ac:spMkLst>
        </pc:spChg>
        <pc:spChg chg="add del mod">
          <ac:chgData name="Gregor Castro" userId="62c98bd55190e520" providerId="LiveId" clId="{6304FCCD-6262-4C8F-A20F-B21ED378C329}" dt="2025-11-11T23:59:37.711" v="2046" actId="478"/>
          <ac:spMkLst>
            <pc:docMk/>
            <pc:sldMk cId="1089099428" sldId="271"/>
            <ac:spMk id="32" creationId="{19796E0D-F95E-9EA2-6C61-55790A8D4A3D}"/>
          </ac:spMkLst>
        </pc:spChg>
        <pc:spChg chg="add mod">
          <ac:chgData name="Gregor Castro" userId="62c98bd55190e520" providerId="LiveId" clId="{6304FCCD-6262-4C8F-A20F-B21ED378C329}" dt="2025-11-12T00:12:30.066" v="2273" actId="208"/>
          <ac:spMkLst>
            <pc:docMk/>
            <pc:sldMk cId="1089099428" sldId="271"/>
            <ac:spMk id="33" creationId="{6E30882A-ED6B-964C-5167-996EDE614165}"/>
          </ac:spMkLst>
        </pc:spChg>
        <pc:spChg chg="add mod">
          <ac:chgData name="Gregor Castro" userId="62c98bd55190e520" providerId="LiveId" clId="{6304FCCD-6262-4C8F-A20F-B21ED378C329}" dt="2025-11-12T00:06:43.671" v="2131"/>
          <ac:spMkLst>
            <pc:docMk/>
            <pc:sldMk cId="1089099428" sldId="271"/>
            <ac:spMk id="34" creationId="{EA7B92BE-5DAB-13B8-16D7-9E7FF58676D2}"/>
          </ac:spMkLst>
        </pc:spChg>
        <pc:spChg chg="add mod">
          <ac:chgData name="Gregor Castro" userId="62c98bd55190e520" providerId="LiveId" clId="{6304FCCD-6262-4C8F-A20F-B21ED378C329}" dt="2025-11-12T00:12:30.066" v="2273" actId="208"/>
          <ac:spMkLst>
            <pc:docMk/>
            <pc:sldMk cId="1089099428" sldId="271"/>
            <ac:spMk id="35" creationId="{718ADB0F-F620-2308-ED00-479794ACFBBE}"/>
          </ac:spMkLst>
        </pc:spChg>
        <pc:spChg chg="add mod">
          <ac:chgData name="Gregor Castro" userId="62c98bd55190e520" providerId="LiveId" clId="{6304FCCD-6262-4C8F-A20F-B21ED378C329}" dt="2025-11-12T00:12:30.066" v="2273" actId="208"/>
          <ac:spMkLst>
            <pc:docMk/>
            <pc:sldMk cId="1089099428" sldId="271"/>
            <ac:spMk id="36" creationId="{DD79AFE1-3FB5-DA2F-133C-BF93A11B4C8F}"/>
          </ac:spMkLst>
        </pc:spChg>
        <pc:spChg chg="add mod">
          <ac:chgData name="Gregor Castro" userId="62c98bd55190e520" providerId="LiveId" clId="{6304FCCD-6262-4C8F-A20F-B21ED378C329}" dt="2025-11-12T00:09:42.096" v="2205" actId="571"/>
          <ac:spMkLst>
            <pc:docMk/>
            <pc:sldMk cId="1089099428" sldId="271"/>
            <ac:spMk id="37" creationId="{9B7370FA-A44A-D263-5FD7-EEFFA3A45831}"/>
          </ac:spMkLst>
        </pc:spChg>
        <pc:spChg chg="add mod">
          <ac:chgData name="Gregor Castro" userId="62c98bd55190e520" providerId="LiveId" clId="{6304FCCD-6262-4C8F-A20F-B21ED378C329}" dt="2025-11-12T00:09:42.096" v="2205" actId="571"/>
          <ac:spMkLst>
            <pc:docMk/>
            <pc:sldMk cId="1089099428" sldId="271"/>
            <ac:spMk id="38" creationId="{3C1B5D96-64FB-AC03-B64D-1DEF59EFCADE}"/>
          </ac:spMkLst>
        </pc:spChg>
        <pc:spChg chg="add mod">
          <ac:chgData name="Gregor Castro" userId="62c98bd55190e520" providerId="LiveId" clId="{6304FCCD-6262-4C8F-A20F-B21ED378C329}" dt="2025-11-12T00:09:42.096" v="2205" actId="571"/>
          <ac:spMkLst>
            <pc:docMk/>
            <pc:sldMk cId="1089099428" sldId="271"/>
            <ac:spMk id="39" creationId="{EA7BAE2F-C4C8-08BF-8756-877719D4B494}"/>
          </ac:spMkLst>
        </pc:spChg>
        <pc:spChg chg="add del mod ord">
          <ac:chgData name="Gregor Castro" userId="62c98bd55190e520" providerId="LiveId" clId="{6304FCCD-6262-4C8F-A20F-B21ED378C329}" dt="2025-11-12T00:17:51.602" v="2401" actId="478"/>
          <ac:spMkLst>
            <pc:docMk/>
            <pc:sldMk cId="1089099428" sldId="271"/>
            <ac:spMk id="40" creationId="{9E15EB77-89A6-0FED-81C8-8BAEDADF02A5}"/>
          </ac:spMkLst>
        </pc:spChg>
        <pc:spChg chg="add del mod">
          <ac:chgData name="Gregor Castro" userId="62c98bd55190e520" providerId="LiveId" clId="{6304FCCD-6262-4C8F-A20F-B21ED378C329}" dt="2025-11-12T00:17:52.808" v="2402" actId="478"/>
          <ac:spMkLst>
            <pc:docMk/>
            <pc:sldMk cId="1089099428" sldId="271"/>
            <ac:spMk id="41" creationId="{5A27B43C-CFAF-B213-3D63-30D752FB3814}"/>
          </ac:spMkLst>
        </pc:spChg>
        <pc:spChg chg="add mod">
          <ac:chgData name="Gregor Castro" userId="62c98bd55190e520" providerId="LiveId" clId="{6304FCCD-6262-4C8F-A20F-B21ED378C329}" dt="2025-11-12T00:14:31.083" v="2311" actId="207"/>
          <ac:spMkLst>
            <pc:docMk/>
            <pc:sldMk cId="1089099428" sldId="271"/>
            <ac:spMk id="44" creationId="{B8C0AF2A-C430-1C42-7B38-95D98F942CCD}"/>
          </ac:spMkLst>
        </pc:spChg>
        <pc:spChg chg="del mod">
          <ac:chgData name="Gregor Castro" userId="62c98bd55190e520" providerId="LiveId" clId="{6304FCCD-6262-4C8F-A20F-B21ED378C329}" dt="2025-11-12T00:14:04.477" v="2301" actId="478"/>
          <ac:spMkLst>
            <pc:docMk/>
            <pc:sldMk cId="1089099428" sldId="271"/>
            <ac:spMk id="447" creationId="{00000000-0000-0000-0000-000000000000}"/>
          </ac:spMkLst>
        </pc:spChg>
        <pc:spChg chg="mod">
          <ac:chgData name="Gregor Castro" userId="62c98bd55190e520" providerId="LiveId" clId="{6304FCCD-6262-4C8F-A20F-B21ED378C329}" dt="2025-11-12T00:16:36.142" v="2381" actId="404"/>
          <ac:spMkLst>
            <pc:docMk/>
            <pc:sldMk cId="1089099428" sldId="271"/>
            <ac:spMk id="448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4:01.499" v="1683" actId="478"/>
          <ac:spMkLst>
            <pc:docMk/>
            <pc:sldMk cId="1089099428" sldId="271"/>
            <ac:spMk id="450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1" creationId="{00000000-0000-0000-0000-000000000000}"/>
          </ac:spMkLst>
        </pc:spChg>
        <pc:spChg chg="mod">
          <ac:chgData name="Gregor Castro" userId="62c98bd55190e520" providerId="LiveId" clId="{6304FCCD-6262-4C8F-A20F-B21ED378C329}" dt="2025-11-12T00:13:31.407" v="2294" actId="14100"/>
          <ac:spMkLst>
            <pc:docMk/>
            <pc:sldMk cId="1089099428" sldId="271"/>
            <ac:spMk id="452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3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4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5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6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4:01.499" v="1683" actId="478"/>
          <ac:spMkLst>
            <pc:docMk/>
            <pc:sldMk cId="1089099428" sldId="271"/>
            <ac:spMk id="457" creationId="{00000000-0000-0000-0000-000000000000}"/>
          </ac:spMkLst>
        </pc:spChg>
        <pc:spChg chg="del">
          <ac:chgData name="Gregor Castro" userId="62c98bd55190e520" providerId="LiveId" clId="{6304FCCD-6262-4C8F-A20F-B21ED378C329}" dt="2025-11-11T23:43:54.875" v="1681" actId="478"/>
          <ac:spMkLst>
            <pc:docMk/>
            <pc:sldMk cId="1089099428" sldId="271"/>
            <ac:spMk id="459" creationId="{00000000-0000-0000-0000-000000000000}"/>
          </ac:spMkLst>
        </pc:spChg>
        <pc:cxnChg chg="add mod">
          <ac:chgData name="Gregor Castro" userId="62c98bd55190e520" providerId="LiveId" clId="{6304FCCD-6262-4C8F-A20F-B21ED378C329}" dt="2025-11-12T00:13:04.893" v="2285" actId="208"/>
          <ac:cxnSpMkLst>
            <pc:docMk/>
            <pc:sldMk cId="1089099428" sldId="271"/>
            <ac:cxnSpMk id="43" creationId="{28096E35-9905-8B67-4723-31F993ACB7D4}"/>
          </ac:cxnSpMkLst>
        </pc:cxnChg>
        <pc:cxnChg chg="add mod">
          <ac:chgData name="Gregor Castro" userId="62c98bd55190e520" providerId="LiveId" clId="{6304FCCD-6262-4C8F-A20F-B21ED378C329}" dt="2025-11-12T00:14:52.974" v="2320" actId="1035"/>
          <ac:cxnSpMkLst>
            <pc:docMk/>
            <pc:sldMk cId="1089099428" sldId="271"/>
            <ac:cxnSpMk id="45" creationId="{4202795C-8560-7C31-A3AB-E4A0F0799A13}"/>
          </ac:cxnSpMkLst>
        </pc:cxnChg>
        <pc:cxnChg chg="add del mod">
          <ac:chgData name="Gregor Castro" userId="62c98bd55190e520" providerId="LiveId" clId="{6304FCCD-6262-4C8F-A20F-B21ED378C329}" dt="2025-11-12T00:17:50.291" v="2400" actId="478"/>
          <ac:cxnSpMkLst>
            <pc:docMk/>
            <pc:sldMk cId="1089099428" sldId="271"/>
            <ac:cxnSpMk id="46" creationId="{4275FB33-6797-FEB7-9918-1CBC6AABE856}"/>
          </ac:cxnSpMkLst>
        </pc:cxnChg>
      </pc:sldChg>
      <pc:sldChg chg="add del">
        <pc:chgData name="Gregor Castro" userId="62c98bd55190e520" providerId="LiveId" clId="{6304FCCD-6262-4C8F-A20F-B21ED378C329}" dt="2025-11-12T01:45:26.939" v="3433" actId="47"/>
        <pc:sldMkLst>
          <pc:docMk/>
          <pc:sldMk cId="2516386605" sldId="272"/>
        </pc:sldMkLst>
      </pc:sldChg>
      <pc:sldChg chg="modSp add del modNotes">
        <pc:chgData name="Gregor Castro" userId="62c98bd55190e520" providerId="LiveId" clId="{6304FCCD-6262-4C8F-A20F-B21ED378C329}" dt="2025-11-12T01:45:27.471" v="3434" actId="47"/>
        <pc:sldMkLst>
          <pc:docMk/>
          <pc:sldMk cId="1183670551" sldId="273"/>
        </pc:sldMkLst>
        <pc:graphicFrameChg chg="mod">
          <ac:chgData name="Gregor Castro" userId="62c98bd55190e520" providerId="LiveId" clId="{6304FCCD-6262-4C8F-A20F-B21ED378C329}" dt="2025-11-11T22:32:34.010" v="19"/>
          <ac:graphicFrameMkLst>
            <pc:docMk/>
            <pc:sldMk cId="1183670551" sldId="273"/>
            <ac:graphicFrameMk id="571" creationId="{00000000-0000-0000-0000-000000000000}"/>
          </ac:graphicFrameMkLst>
        </pc:graphicFrameChg>
      </pc:sldChg>
      <pc:sldChg chg="add del">
        <pc:chgData name="Gregor Castro" userId="62c98bd55190e520" providerId="LiveId" clId="{6304FCCD-6262-4C8F-A20F-B21ED378C329}" dt="2025-11-12T01:45:28.139" v="3435" actId="47"/>
        <pc:sldMkLst>
          <pc:docMk/>
          <pc:sldMk cId="3496723901" sldId="274"/>
        </pc:sldMkLst>
      </pc:sldChg>
      <pc:sldChg chg="modSp add del modNotes">
        <pc:chgData name="Gregor Castro" userId="62c98bd55190e520" providerId="LiveId" clId="{6304FCCD-6262-4C8F-A20F-B21ED378C329}" dt="2025-11-12T01:45:28.624" v="3436" actId="47"/>
        <pc:sldMkLst>
          <pc:docMk/>
          <pc:sldMk cId="3808537076" sldId="275"/>
        </pc:sldMkLst>
        <pc:graphicFrameChg chg="mod">
          <ac:chgData name="Gregor Castro" userId="62c98bd55190e520" providerId="LiveId" clId="{6304FCCD-6262-4C8F-A20F-B21ED378C329}" dt="2025-11-11T22:32:34.929" v="21"/>
          <ac:graphicFrameMkLst>
            <pc:docMk/>
            <pc:sldMk cId="3808537076" sldId="275"/>
            <ac:graphicFrameMk id="614" creationId="{00000000-0000-0000-0000-000000000000}"/>
          </ac:graphicFrameMkLst>
        </pc:graphicFrameChg>
      </pc:sldChg>
      <pc:sldChg chg="add del">
        <pc:chgData name="Gregor Castro" userId="62c98bd55190e520" providerId="LiveId" clId="{6304FCCD-6262-4C8F-A20F-B21ED378C329}" dt="2025-11-12T01:45:29.185" v="3437" actId="47"/>
        <pc:sldMkLst>
          <pc:docMk/>
          <pc:sldMk cId="2067604159" sldId="276"/>
        </pc:sldMkLst>
      </pc:sldChg>
      <pc:sldChg chg="add del">
        <pc:chgData name="Gregor Castro" userId="62c98bd55190e520" providerId="LiveId" clId="{6304FCCD-6262-4C8F-A20F-B21ED378C329}" dt="2025-11-12T01:45:30.091" v="3438" actId="47"/>
        <pc:sldMkLst>
          <pc:docMk/>
          <pc:sldMk cId="1662402815" sldId="277"/>
        </pc:sldMkLst>
      </pc:sldChg>
      <pc:sldChg chg="add del">
        <pc:chgData name="Gregor Castro" userId="62c98bd55190e520" providerId="LiveId" clId="{6304FCCD-6262-4C8F-A20F-B21ED378C329}" dt="2025-11-12T01:45:30.644" v="3439" actId="47"/>
        <pc:sldMkLst>
          <pc:docMk/>
          <pc:sldMk cId="351644678" sldId="278"/>
        </pc:sldMkLst>
      </pc:sldChg>
      <pc:sldChg chg="add del">
        <pc:chgData name="Gregor Castro" userId="62c98bd55190e520" providerId="LiveId" clId="{6304FCCD-6262-4C8F-A20F-B21ED378C329}" dt="2025-11-12T01:45:31.077" v="3440" actId="47"/>
        <pc:sldMkLst>
          <pc:docMk/>
          <pc:sldMk cId="2150222364" sldId="279"/>
        </pc:sldMkLst>
      </pc:sldChg>
      <pc:sldChg chg="add del">
        <pc:chgData name="Gregor Castro" userId="62c98bd55190e520" providerId="LiveId" clId="{6304FCCD-6262-4C8F-A20F-B21ED378C329}" dt="2025-11-12T01:45:31.558" v="3441" actId="47"/>
        <pc:sldMkLst>
          <pc:docMk/>
          <pc:sldMk cId="988765429" sldId="280"/>
        </pc:sldMkLst>
      </pc:sldChg>
      <pc:sldChg chg="add del">
        <pc:chgData name="Gregor Castro" userId="62c98bd55190e520" providerId="LiveId" clId="{6304FCCD-6262-4C8F-A20F-B21ED378C329}" dt="2025-11-12T01:45:32.140" v="3442" actId="47"/>
        <pc:sldMkLst>
          <pc:docMk/>
          <pc:sldMk cId="1017575653" sldId="281"/>
        </pc:sldMkLst>
      </pc:sldChg>
      <pc:sldChg chg="add del">
        <pc:chgData name="Gregor Castro" userId="62c98bd55190e520" providerId="LiveId" clId="{6304FCCD-6262-4C8F-A20F-B21ED378C329}" dt="2025-11-12T01:45:32.674" v="3443" actId="47"/>
        <pc:sldMkLst>
          <pc:docMk/>
          <pc:sldMk cId="2798253627" sldId="282"/>
        </pc:sldMkLst>
      </pc:sldChg>
      <pc:sldChg chg="add del">
        <pc:chgData name="Gregor Castro" userId="62c98bd55190e520" providerId="LiveId" clId="{6304FCCD-6262-4C8F-A20F-B21ED378C329}" dt="2025-11-12T01:45:33.289" v="3444" actId="47"/>
        <pc:sldMkLst>
          <pc:docMk/>
          <pc:sldMk cId="2184637683" sldId="283"/>
        </pc:sldMkLst>
      </pc:sldChg>
      <pc:sldChg chg="add del">
        <pc:chgData name="Gregor Castro" userId="62c98bd55190e520" providerId="LiveId" clId="{6304FCCD-6262-4C8F-A20F-B21ED378C329}" dt="2025-11-12T01:45:34.422" v="3445" actId="47"/>
        <pc:sldMkLst>
          <pc:docMk/>
          <pc:sldMk cId="3460225184" sldId="284"/>
        </pc:sldMkLst>
      </pc:sldChg>
      <pc:sldChg chg="add del">
        <pc:chgData name="Gregor Castro" userId="62c98bd55190e520" providerId="LiveId" clId="{6304FCCD-6262-4C8F-A20F-B21ED378C329}" dt="2025-11-12T01:45:35.114" v="3446" actId="47"/>
        <pc:sldMkLst>
          <pc:docMk/>
          <pc:sldMk cId="2400645928" sldId="285"/>
        </pc:sldMkLst>
      </pc:sldChg>
      <pc:sldChg chg="add del">
        <pc:chgData name="Gregor Castro" userId="62c98bd55190e520" providerId="LiveId" clId="{6304FCCD-6262-4C8F-A20F-B21ED378C329}" dt="2025-11-12T01:45:35.594" v="3447" actId="47"/>
        <pc:sldMkLst>
          <pc:docMk/>
          <pc:sldMk cId="712290598" sldId="286"/>
        </pc:sldMkLst>
      </pc:sldChg>
      <pc:sldChg chg="modSp add del modNotes">
        <pc:chgData name="Gregor Castro" userId="62c98bd55190e520" providerId="LiveId" clId="{6304FCCD-6262-4C8F-A20F-B21ED378C329}" dt="2025-11-12T01:45:36.140" v="3448" actId="47"/>
        <pc:sldMkLst>
          <pc:docMk/>
          <pc:sldMk cId="3133536833" sldId="287"/>
        </pc:sldMkLst>
        <pc:graphicFrameChg chg="mod">
          <ac:chgData name="Gregor Castro" userId="62c98bd55190e520" providerId="LiveId" clId="{6304FCCD-6262-4C8F-A20F-B21ED378C329}" dt="2025-11-11T22:32:47.632" v="33"/>
          <ac:graphicFrameMkLst>
            <pc:docMk/>
            <pc:sldMk cId="3133536833" sldId="287"/>
            <ac:graphicFrameMk id="7823" creationId="{00000000-0000-0000-0000-000000000000}"/>
          </ac:graphicFrameMkLst>
        </pc:graphicFrameChg>
        <pc:graphicFrameChg chg="mod">
          <ac:chgData name="Gregor Castro" userId="62c98bd55190e520" providerId="LiveId" clId="{6304FCCD-6262-4C8F-A20F-B21ED378C329}" dt="2025-11-11T22:32:47.632" v="33"/>
          <ac:graphicFrameMkLst>
            <pc:docMk/>
            <pc:sldMk cId="3133536833" sldId="287"/>
            <ac:graphicFrameMk id="7859" creationId="{00000000-0000-0000-0000-000000000000}"/>
          </ac:graphicFrameMkLst>
        </pc:graphicFrameChg>
        <pc:graphicFrameChg chg="mod">
          <ac:chgData name="Gregor Castro" userId="62c98bd55190e520" providerId="LiveId" clId="{6304FCCD-6262-4C8F-A20F-B21ED378C329}" dt="2025-11-11T22:32:47.632" v="33"/>
          <ac:graphicFrameMkLst>
            <pc:docMk/>
            <pc:sldMk cId="3133536833" sldId="287"/>
            <ac:graphicFrameMk id="7860" creationId="{00000000-0000-0000-0000-000000000000}"/>
          </ac:graphicFrameMkLst>
        </pc:graphicFrameChg>
        <pc:graphicFrameChg chg="mod">
          <ac:chgData name="Gregor Castro" userId="62c98bd55190e520" providerId="LiveId" clId="{6304FCCD-6262-4C8F-A20F-B21ED378C329}" dt="2025-11-11T22:32:47.632" v="33"/>
          <ac:graphicFrameMkLst>
            <pc:docMk/>
            <pc:sldMk cId="3133536833" sldId="287"/>
            <ac:graphicFrameMk id="7898" creationId="{00000000-0000-0000-0000-000000000000}"/>
          </ac:graphicFrameMkLst>
        </pc:graphicFrameChg>
      </pc:sldChg>
      <pc:sldChg chg="add del">
        <pc:chgData name="Gregor Castro" userId="62c98bd55190e520" providerId="LiveId" clId="{6304FCCD-6262-4C8F-A20F-B21ED378C329}" dt="2025-11-12T01:45:36.664" v="3449" actId="47"/>
        <pc:sldMkLst>
          <pc:docMk/>
          <pc:sldMk cId="1012913391" sldId="288"/>
        </pc:sldMkLst>
      </pc:sldChg>
      <pc:sldChg chg="add del">
        <pc:chgData name="Gregor Castro" userId="62c98bd55190e520" providerId="LiveId" clId="{6304FCCD-6262-4C8F-A20F-B21ED378C329}" dt="2025-11-12T01:45:37.355" v="3450" actId="47"/>
        <pc:sldMkLst>
          <pc:docMk/>
          <pc:sldMk cId="586305953" sldId="289"/>
        </pc:sldMkLst>
      </pc:sldChg>
      <pc:sldChg chg="add del">
        <pc:chgData name="Gregor Castro" userId="62c98bd55190e520" providerId="LiveId" clId="{6304FCCD-6262-4C8F-A20F-B21ED378C329}" dt="2025-11-12T01:45:37.872" v="3451" actId="47"/>
        <pc:sldMkLst>
          <pc:docMk/>
          <pc:sldMk cId="916411903" sldId="290"/>
        </pc:sldMkLst>
      </pc:sldChg>
      <pc:sldChg chg="add del">
        <pc:chgData name="Gregor Castro" userId="62c98bd55190e520" providerId="LiveId" clId="{6304FCCD-6262-4C8F-A20F-B21ED378C329}" dt="2025-11-12T01:45:41.598" v="3452" actId="47"/>
        <pc:sldMkLst>
          <pc:docMk/>
          <pc:sldMk cId="3700559097" sldId="291"/>
        </pc:sldMkLst>
      </pc:sldChg>
      <pc:sldChg chg="ord">
        <pc:chgData name="Gregor Castro" userId="62c98bd55190e520" providerId="LiveId" clId="{6304FCCD-6262-4C8F-A20F-B21ED378C329}" dt="2025-11-12T00:18:04.324" v="2404"/>
        <pc:sldMkLst>
          <pc:docMk/>
          <pc:sldMk cId="4072461848" sldId="292"/>
        </pc:sldMkLst>
      </pc:sldChg>
      <pc:sldChg chg="modSp mod ord">
        <pc:chgData name="Gregor Castro" userId="62c98bd55190e520" providerId="LiveId" clId="{6304FCCD-6262-4C8F-A20F-B21ED378C329}" dt="2025-11-12T00:24:06.958" v="2444" actId="27636"/>
        <pc:sldMkLst>
          <pc:docMk/>
          <pc:sldMk cId="2640290734" sldId="294"/>
        </pc:sldMkLst>
        <pc:spChg chg="mod">
          <ac:chgData name="Gregor Castro" userId="62c98bd55190e520" providerId="LiveId" clId="{6304FCCD-6262-4C8F-A20F-B21ED378C329}" dt="2025-11-12T00:24:06.958" v="2444" actId="27636"/>
          <ac:spMkLst>
            <pc:docMk/>
            <pc:sldMk cId="2640290734" sldId="294"/>
            <ac:spMk id="5" creationId="{C1C06DFA-535D-7586-2805-7CF88F446C58}"/>
          </ac:spMkLst>
        </pc:spChg>
      </pc:sldChg>
      <pc:sldChg chg="del ord">
        <pc:chgData name="Gregor Castro" userId="62c98bd55190e520" providerId="LiveId" clId="{6304FCCD-6262-4C8F-A20F-B21ED378C329}" dt="2025-11-12T01:33:04.574" v="3311" actId="47"/>
        <pc:sldMkLst>
          <pc:docMk/>
          <pc:sldMk cId="3066903494" sldId="295"/>
        </pc:sldMkLst>
      </pc:sldChg>
      <pc:sldChg chg="del ord">
        <pc:chgData name="Gregor Castro" userId="62c98bd55190e520" providerId="LiveId" clId="{6304FCCD-6262-4C8F-A20F-B21ED378C329}" dt="2025-11-12T01:44:18.845" v="3426" actId="47"/>
        <pc:sldMkLst>
          <pc:docMk/>
          <pc:sldMk cId="2314371432" sldId="296"/>
        </pc:sldMkLst>
      </pc:sldChg>
      <pc:sldChg chg="ord">
        <pc:chgData name="Gregor Castro" userId="62c98bd55190e520" providerId="LiveId" clId="{6304FCCD-6262-4C8F-A20F-B21ED378C329}" dt="2025-11-12T01:44:31.307" v="3428"/>
        <pc:sldMkLst>
          <pc:docMk/>
          <pc:sldMk cId="4090583160" sldId="297"/>
        </pc:sldMkLst>
      </pc:sldChg>
      <pc:sldChg chg="new del ord">
        <pc:chgData name="Gregor Castro" userId="62c98bd55190e520" providerId="LiveId" clId="{6304FCCD-6262-4C8F-A20F-B21ED378C329}" dt="2025-11-12T01:45:25.065" v="3430" actId="47"/>
        <pc:sldMkLst>
          <pc:docMk/>
          <pc:sldMk cId="75950641" sldId="298"/>
        </pc:sldMkLst>
      </pc:sldChg>
      <pc:sldChg chg="del ord">
        <pc:chgData name="Gregor Castro" userId="62c98bd55190e520" providerId="LiveId" clId="{6304FCCD-6262-4C8F-A20F-B21ED378C329}" dt="2025-11-12T01:24:31.055" v="3226" actId="47"/>
        <pc:sldMkLst>
          <pc:docMk/>
          <pc:sldMk cId="4086643811" sldId="299"/>
        </pc:sldMkLst>
      </pc:sldChg>
      <pc:sldChg chg="addSp delSp modSp add mod ord">
        <pc:chgData name="Gregor Castro" userId="62c98bd55190e520" providerId="LiveId" clId="{6304FCCD-6262-4C8F-A20F-B21ED378C329}" dt="2025-11-12T01:24:06.940" v="3225" actId="1036"/>
        <pc:sldMkLst>
          <pc:docMk/>
          <pc:sldMk cId="3524560267" sldId="303"/>
        </pc:sldMkLst>
        <pc:spChg chg="add mod">
          <ac:chgData name="Gregor Castro" userId="62c98bd55190e520" providerId="LiveId" clId="{6304FCCD-6262-4C8F-A20F-B21ED378C329}" dt="2025-11-12T01:03:36.464" v="2607" actId="20577"/>
          <ac:spMkLst>
            <pc:docMk/>
            <pc:sldMk cId="3524560267" sldId="303"/>
            <ac:spMk id="2" creationId="{FF46FB8D-278E-C856-8FD0-0F798EB28B06}"/>
          </ac:spMkLst>
        </pc:spChg>
        <pc:spChg chg="add del mod">
          <ac:chgData name="Gregor Castro" userId="62c98bd55190e520" providerId="LiveId" clId="{6304FCCD-6262-4C8F-A20F-B21ED378C329}" dt="2025-11-12T01:03:09.483" v="2578" actId="478"/>
          <ac:spMkLst>
            <pc:docMk/>
            <pc:sldMk cId="3524560267" sldId="303"/>
            <ac:spMk id="4" creationId="{C38E8E40-F4B0-5AC4-14BD-67A20EC4033B}"/>
          </ac:spMkLst>
        </pc:spChg>
        <pc:spChg chg="add del mod">
          <ac:chgData name="Gregor Castro" userId="62c98bd55190e520" providerId="LiveId" clId="{6304FCCD-6262-4C8F-A20F-B21ED378C329}" dt="2025-11-12T01:12:49.861" v="2679" actId="478"/>
          <ac:spMkLst>
            <pc:docMk/>
            <pc:sldMk cId="3524560267" sldId="303"/>
            <ac:spMk id="5" creationId="{869753AF-874D-E1FC-E241-ED9B1892E722}"/>
          </ac:spMkLst>
        </pc:spChg>
        <pc:spChg chg="add mod">
          <ac:chgData name="Gregor Castro" userId="62c98bd55190e520" providerId="LiveId" clId="{6304FCCD-6262-4C8F-A20F-B21ED378C329}" dt="2025-11-12T01:20:03.006" v="3029" actId="1037"/>
          <ac:spMkLst>
            <pc:docMk/>
            <pc:sldMk cId="3524560267" sldId="303"/>
            <ac:spMk id="12" creationId="{C94A8B89-68F1-2D05-882C-E595CBDD970A}"/>
          </ac:spMkLst>
        </pc:spChg>
        <pc:spChg chg="add mod ord">
          <ac:chgData name="Gregor Castro" userId="62c98bd55190e520" providerId="LiveId" clId="{6304FCCD-6262-4C8F-A20F-B21ED378C329}" dt="2025-11-12T01:21:46.037" v="3175" actId="14100"/>
          <ac:spMkLst>
            <pc:docMk/>
            <pc:sldMk cId="3524560267" sldId="303"/>
            <ac:spMk id="13" creationId="{4957832C-F628-AF39-D836-B559BE5AAA3E}"/>
          </ac:spMkLst>
        </pc:spChg>
        <pc:spChg chg="add mod ord">
          <ac:chgData name="Gregor Castro" userId="62c98bd55190e520" providerId="LiveId" clId="{6304FCCD-6262-4C8F-A20F-B21ED378C329}" dt="2025-11-12T01:23:40.211" v="3214" actId="14100"/>
          <ac:spMkLst>
            <pc:docMk/>
            <pc:sldMk cId="3524560267" sldId="303"/>
            <ac:spMk id="14" creationId="{08CF931D-5E76-28E1-4DDB-6EFF537BCA7B}"/>
          </ac:spMkLst>
        </pc:spChg>
        <pc:spChg chg="add mod ord">
          <ac:chgData name="Gregor Castro" userId="62c98bd55190e520" providerId="LiveId" clId="{6304FCCD-6262-4C8F-A20F-B21ED378C329}" dt="2025-11-12T01:23:36.892" v="3213" actId="1036"/>
          <ac:spMkLst>
            <pc:docMk/>
            <pc:sldMk cId="3524560267" sldId="303"/>
            <ac:spMk id="15" creationId="{AB7C75AA-82A8-358A-99C4-74B211DDDBF5}"/>
          </ac:spMkLst>
        </pc:spChg>
        <pc:spChg chg="del">
          <ac:chgData name="Gregor Castro" userId="62c98bd55190e520" providerId="LiveId" clId="{6304FCCD-6262-4C8F-A20F-B21ED378C329}" dt="2025-11-12T01:03:08.220" v="2577" actId="478"/>
          <ac:spMkLst>
            <pc:docMk/>
            <pc:sldMk cId="3524560267" sldId="303"/>
            <ac:spMk id="447" creationId="{998D5496-4BEA-190E-DE4C-FA2C38A5D47B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48" creationId="{7DD8AED5-AE2F-1B45-F541-46D666BE5354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49" creationId="{0FC5C727-EAE4-1E5B-EAFA-2764A74C90B7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0" creationId="{6AA74376-D8DD-7735-0E32-D4535CBA1C91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1" creationId="{14568026-4BFB-CB4E-B089-B405A5BA169C}"/>
          </ac:spMkLst>
        </pc:spChg>
        <pc:spChg chg="mod">
          <ac:chgData name="Gregor Castro" userId="62c98bd55190e520" providerId="LiveId" clId="{6304FCCD-6262-4C8F-A20F-B21ED378C329}" dt="2025-11-12T01:16:33.447" v="2767" actId="1036"/>
          <ac:spMkLst>
            <pc:docMk/>
            <pc:sldMk cId="3524560267" sldId="303"/>
            <ac:spMk id="452" creationId="{1D2A8131-D3AA-97A9-91C3-595BCAB45F37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3" creationId="{08E84C7C-FD50-2380-5825-454E75AC8830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4" creationId="{05B30A3B-6E66-3D8E-1CD5-023CA235017D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5" creationId="{7E8C8434-F5AB-D0AD-9850-4566C2BEA63E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6" creationId="{50C31D0A-A0F0-C0E8-C56D-18F4F444F4F9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7" creationId="{31992400-B23A-9932-A23B-E5521D0A2BA3}"/>
          </ac:spMkLst>
        </pc:spChg>
        <pc:spChg chg="mod">
          <ac:chgData name="Gregor Castro" userId="62c98bd55190e520" providerId="LiveId" clId="{6304FCCD-6262-4C8F-A20F-B21ED378C329}" dt="2025-11-12T01:24:06.940" v="3225" actId="1036"/>
          <ac:spMkLst>
            <pc:docMk/>
            <pc:sldMk cId="3524560267" sldId="303"/>
            <ac:spMk id="458" creationId="{7D7CD205-7D90-D2B1-A734-04B1F0EC037E}"/>
          </ac:spMkLst>
        </pc:spChg>
        <pc:spChg chg="mod">
          <ac:chgData name="Gregor Castro" userId="62c98bd55190e520" providerId="LiveId" clId="{6304FCCD-6262-4C8F-A20F-B21ED378C329}" dt="2025-11-12T01:16:33.447" v="2767" actId="1036"/>
          <ac:spMkLst>
            <pc:docMk/>
            <pc:sldMk cId="3524560267" sldId="303"/>
            <ac:spMk id="459" creationId="{B8A03068-5D8D-28B2-5E4B-66721DC2BE68}"/>
          </ac:spMkLst>
        </pc:spChg>
        <pc:cxnChg chg="add del mod">
          <ac:chgData name="Gregor Castro" userId="62c98bd55190e520" providerId="LiveId" clId="{6304FCCD-6262-4C8F-A20F-B21ED378C329}" dt="2025-11-12T01:15:53.362" v="2763" actId="478"/>
          <ac:cxnSpMkLst>
            <pc:docMk/>
            <pc:sldMk cId="3524560267" sldId="303"/>
            <ac:cxnSpMk id="7" creationId="{891A8448-63FC-02D0-06FA-9F813E96E419}"/>
          </ac:cxnSpMkLst>
        </pc:cxnChg>
        <pc:cxnChg chg="add del mod">
          <ac:chgData name="Gregor Castro" userId="62c98bd55190e520" providerId="LiveId" clId="{6304FCCD-6262-4C8F-A20F-B21ED378C329}" dt="2025-11-12T01:15:40.862" v="2761" actId="478"/>
          <ac:cxnSpMkLst>
            <pc:docMk/>
            <pc:sldMk cId="3524560267" sldId="303"/>
            <ac:cxnSpMk id="8" creationId="{1D6FF6AA-2E3E-DD96-DC2E-B924048E3A27}"/>
          </ac:cxnSpMkLst>
        </pc:cxnChg>
        <pc:cxnChg chg="add del mod">
          <ac:chgData name="Gregor Castro" userId="62c98bd55190e520" providerId="LiveId" clId="{6304FCCD-6262-4C8F-A20F-B21ED378C329}" dt="2025-11-12T01:15:34.793" v="2760" actId="478"/>
          <ac:cxnSpMkLst>
            <pc:docMk/>
            <pc:sldMk cId="3524560267" sldId="303"/>
            <ac:cxnSpMk id="9" creationId="{78BBE7CB-F7F2-F786-2586-47FE4D852BE3}"/>
          </ac:cxnSpMkLst>
        </pc:cxnChg>
        <pc:cxnChg chg="add del mod">
          <ac:chgData name="Gregor Castro" userId="62c98bd55190e520" providerId="LiveId" clId="{6304FCCD-6262-4C8F-A20F-B21ED378C329}" dt="2025-11-12T01:15:34.793" v="2760" actId="478"/>
          <ac:cxnSpMkLst>
            <pc:docMk/>
            <pc:sldMk cId="3524560267" sldId="303"/>
            <ac:cxnSpMk id="10" creationId="{B74B0132-FA0A-171A-AEDD-5010898238CA}"/>
          </ac:cxnSpMkLst>
        </pc:cxnChg>
      </pc:sldChg>
      <pc:sldChg chg="new del">
        <pc:chgData name="Gregor Castro" userId="62c98bd55190e520" providerId="LiveId" clId="{6304FCCD-6262-4C8F-A20F-B21ED378C329}" dt="2025-11-11T23:46:47.623" v="1722" actId="47"/>
        <pc:sldMkLst>
          <pc:docMk/>
          <pc:sldMk cId="54264357" sldId="304"/>
        </pc:sldMkLst>
      </pc:sldChg>
      <pc:sldChg chg="add del">
        <pc:chgData name="Gregor Castro" userId="62c98bd55190e520" providerId="LiveId" clId="{6304FCCD-6262-4C8F-A20F-B21ED378C329}" dt="2025-11-12T00:26:36.719" v="2451" actId="47"/>
        <pc:sldMkLst>
          <pc:docMk/>
          <pc:sldMk cId="3572408293" sldId="304"/>
        </pc:sldMkLst>
      </pc:sldChg>
      <pc:sldChg chg="add del">
        <pc:chgData name="Gregor Castro" userId="62c98bd55190e520" providerId="LiveId" clId="{6304FCCD-6262-4C8F-A20F-B21ED378C329}" dt="2025-11-12T00:27:59.247" v="2466" actId="47"/>
        <pc:sldMkLst>
          <pc:docMk/>
          <pc:sldMk cId="4179829645" sldId="304"/>
        </pc:sldMkLst>
      </pc:sldChg>
      <pc:sldChg chg="add del">
        <pc:chgData name="Gregor Castro" userId="62c98bd55190e520" providerId="LiveId" clId="{6304FCCD-6262-4C8F-A20F-B21ED378C329}" dt="2025-11-12T00:26:52.879" v="2452" actId="47"/>
        <pc:sldMkLst>
          <pc:docMk/>
          <pc:sldMk cId="1221431087" sldId="305"/>
        </pc:sldMkLst>
      </pc:sldChg>
      <pc:sldChg chg="addSp delSp modSp add mod ord">
        <pc:chgData name="Gregor Castro" userId="62c98bd55190e520" providerId="LiveId" clId="{6304FCCD-6262-4C8F-A20F-B21ED378C329}" dt="2025-11-12T01:44:04.892" v="3425" actId="1035"/>
        <pc:sldMkLst>
          <pc:docMk/>
          <pc:sldMk cId="1792348733" sldId="313"/>
        </pc:sldMkLst>
        <pc:spChg chg="add del mod">
          <ac:chgData name="Gregor Castro" userId="62c98bd55190e520" providerId="LiveId" clId="{6304FCCD-6262-4C8F-A20F-B21ED378C329}" dt="2025-11-12T01:27:41.529" v="3241" actId="478"/>
          <ac:spMkLst>
            <pc:docMk/>
            <pc:sldMk cId="1792348733" sldId="313"/>
            <ac:spMk id="3" creationId="{166FEC0D-21B9-7BE7-B54F-4CC18BA8397B}"/>
          </ac:spMkLst>
        </pc:spChg>
        <pc:spChg chg="add del mod">
          <ac:chgData name="Gregor Castro" userId="62c98bd55190e520" providerId="LiveId" clId="{6304FCCD-6262-4C8F-A20F-B21ED378C329}" dt="2025-11-12T01:30:38.097" v="3268" actId="478"/>
          <ac:spMkLst>
            <pc:docMk/>
            <pc:sldMk cId="1792348733" sldId="313"/>
            <ac:spMk id="4" creationId="{F2EC93FE-E457-2DC3-C22A-1635176D85E7}"/>
          </ac:spMkLst>
        </pc:spChg>
        <pc:spChg chg="add del mod">
          <ac:chgData name="Gregor Castro" userId="62c98bd55190e520" providerId="LiveId" clId="{6304FCCD-6262-4C8F-A20F-B21ED378C329}" dt="2025-11-12T01:30:55.825" v="3272" actId="478"/>
          <ac:spMkLst>
            <pc:docMk/>
            <pc:sldMk cId="1792348733" sldId="313"/>
            <ac:spMk id="6" creationId="{81B92066-A233-2381-9157-9843113F1EB7}"/>
          </ac:spMkLst>
        </pc:spChg>
        <pc:spChg chg="add del mod">
          <ac:chgData name="Gregor Castro" userId="62c98bd55190e520" providerId="LiveId" clId="{6304FCCD-6262-4C8F-A20F-B21ED378C329}" dt="2025-11-12T01:30:59.302" v="3274" actId="478"/>
          <ac:spMkLst>
            <pc:docMk/>
            <pc:sldMk cId="1792348733" sldId="313"/>
            <ac:spMk id="8" creationId="{7B0B2962-2915-62BA-30A9-B61035177160}"/>
          </ac:spMkLst>
        </pc:spChg>
        <pc:spChg chg="mod">
          <ac:chgData name="Gregor Castro" userId="62c98bd55190e520" providerId="LiveId" clId="{6304FCCD-6262-4C8F-A20F-B21ED378C329}" dt="2025-11-12T01:27:23.191" v="3239" actId="14100"/>
          <ac:spMkLst>
            <pc:docMk/>
            <pc:sldMk cId="1792348733" sldId="313"/>
            <ac:spMk id="12" creationId="{3838CE5C-7850-0C35-5763-DBF132F4BF59}"/>
          </ac:spMkLst>
        </pc:spChg>
        <pc:spChg chg="mod">
          <ac:chgData name="Gregor Castro" userId="62c98bd55190e520" providerId="LiveId" clId="{6304FCCD-6262-4C8F-A20F-B21ED378C329}" dt="2025-11-12T01:27:29.344" v="3240" actId="14100"/>
          <ac:spMkLst>
            <pc:docMk/>
            <pc:sldMk cId="1792348733" sldId="313"/>
            <ac:spMk id="13" creationId="{4FFA924D-6629-01D1-8DBD-60A65D95F01A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48" creationId="{392A91ED-5CD1-CBB7-0D82-179257A6BE14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49" creationId="{25FDD9B8-52B0-32A5-6829-98CBFD21B95C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0" creationId="{2790A526-0299-8B31-EF3B-52162694FADD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1" creationId="{BBD09A0B-2B01-F272-C0A8-5F548B50E8B5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2" creationId="{CC4190DD-B3DD-96E3-969D-0726A494FAEC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3" creationId="{B322314E-FA37-4B4A-40A6-270A5BA4C796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4" creationId="{C714759B-2700-17BF-39B4-5F64EC706A66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5" creationId="{0608CA2B-8253-3FDB-EFB1-DEDE13F570FB}"/>
          </ac:spMkLst>
        </pc:spChg>
        <pc:spChg chg="del">
          <ac:chgData name="Gregor Castro" userId="62c98bd55190e520" providerId="LiveId" clId="{6304FCCD-6262-4C8F-A20F-B21ED378C329}" dt="2025-11-12T01:30:54.657" v="3271" actId="478"/>
          <ac:spMkLst>
            <pc:docMk/>
            <pc:sldMk cId="1792348733" sldId="313"/>
            <ac:spMk id="456" creationId="{0C697CAC-101A-95F6-094F-0F90C10AC0D7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7" creationId="{E23E41AA-D7D2-5271-9B3D-93135CD9C886}"/>
          </ac:spMkLst>
        </pc:spChg>
        <pc:spChg chg="mod">
          <ac:chgData name="Gregor Castro" userId="62c98bd55190e520" providerId="LiveId" clId="{6304FCCD-6262-4C8F-A20F-B21ED378C329}" dt="2025-11-12T01:44:04.892" v="3425" actId="1035"/>
          <ac:spMkLst>
            <pc:docMk/>
            <pc:sldMk cId="1792348733" sldId="313"/>
            <ac:spMk id="458" creationId="{43AA3F78-3462-9526-5407-8772DE6D6D74}"/>
          </ac:spMkLst>
        </pc:spChg>
        <pc:spChg chg="del">
          <ac:chgData name="Gregor Castro" userId="62c98bd55190e520" providerId="LiveId" clId="{6304FCCD-6262-4C8F-A20F-B21ED378C329}" dt="2025-11-12T01:30:57.428" v="3273" actId="478"/>
          <ac:spMkLst>
            <pc:docMk/>
            <pc:sldMk cId="1792348733" sldId="313"/>
            <ac:spMk id="459" creationId="{9A9B043D-83D6-A113-DF58-EEFB621DC6A7}"/>
          </ac:spMkLst>
        </pc:spChg>
      </pc:sldChg>
      <pc:sldChg chg="addSp delSp modSp add mod ord">
        <pc:chgData name="Gregor Castro" userId="62c98bd55190e520" providerId="LiveId" clId="{6304FCCD-6262-4C8F-A20F-B21ED378C329}" dt="2025-11-12T01:43:48.683" v="3405"/>
        <pc:sldMkLst>
          <pc:docMk/>
          <pc:sldMk cId="2427217936" sldId="317"/>
        </pc:sldMkLst>
        <pc:spChg chg="add del mod">
          <ac:chgData name="Gregor Castro" userId="62c98bd55190e520" providerId="LiveId" clId="{6304FCCD-6262-4C8F-A20F-B21ED378C329}" dt="2025-11-12T01:34:09.540" v="3322" actId="478"/>
          <ac:spMkLst>
            <pc:docMk/>
            <pc:sldMk cId="2427217936" sldId="317"/>
            <ac:spMk id="3" creationId="{9AEB21CE-0890-F9DA-1559-E7376203042F}"/>
          </ac:spMkLst>
        </pc:spChg>
        <pc:spChg chg="add mod">
          <ac:chgData name="Gregor Castro" userId="62c98bd55190e520" providerId="LiveId" clId="{6304FCCD-6262-4C8F-A20F-B21ED378C329}" dt="2025-11-12T01:42:06.182" v="3355" actId="6549"/>
          <ac:spMkLst>
            <pc:docMk/>
            <pc:sldMk cId="2427217936" sldId="317"/>
            <ac:spMk id="4" creationId="{259A32C2-A330-8133-9DE7-D37EAE684AA2}"/>
          </ac:spMkLst>
        </pc:spChg>
        <pc:spChg chg="add del mod">
          <ac:chgData name="Gregor Castro" userId="62c98bd55190e520" providerId="LiveId" clId="{6304FCCD-6262-4C8F-A20F-B21ED378C329}" dt="2025-11-12T01:42:37.212" v="3360" actId="478"/>
          <ac:spMkLst>
            <pc:docMk/>
            <pc:sldMk cId="2427217936" sldId="317"/>
            <ac:spMk id="6" creationId="{B6790D3A-E8C3-7B0F-19D1-DACB2C06BF73}"/>
          </ac:spMkLst>
        </pc:spChg>
        <pc:spChg chg="add del mod">
          <ac:chgData name="Gregor Castro" userId="62c98bd55190e520" providerId="LiveId" clId="{6304FCCD-6262-4C8F-A20F-B21ED378C329}" dt="2025-11-12T01:43:09.182" v="3385" actId="478"/>
          <ac:spMkLst>
            <pc:docMk/>
            <pc:sldMk cId="2427217936" sldId="317"/>
            <ac:spMk id="8" creationId="{D2C16277-A6EF-C28E-6928-7B6616C9E708}"/>
          </ac:spMkLst>
        </pc:spChg>
        <pc:spChg chg="mod">
          <ac:chgData name="Gregor Castro" userId="62c98bd55190e520" providerId="LiveId" clId="{6304FCCD-6262-4C8F-A20F-B21ED378C329}" dt="2025-11-12T01:34:02.817" v="3321" actId="20577"/>
          <ac:spMkLst>
            <pc:docMk/>
            <pc:sldMk cId="2427217936" sldId="317"/>
            <ac:spMk id="12" creationId="{B3BBB63D-A144-8F86-9C32-BF9394F918DE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48" creationId="{9CA09A80-E9BB-C82E-71DF-68094067C352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49" creationId="{120A58E6-07CF-9B1B-BEE0-A3454338ED93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0" creationId="{0D5CBABA-D4CB-3135-DA27-6785820B929D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1" creationId="{535B7272-93F8-741D-87CE-C052B9E8C1B5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2" creationId="{F9F5F9F8-5E5C-35C2-4A0B-1EB5DB166B94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3" creationId="{ED736561-DEBD-592E-0B10-33665B870B67}"/>
          </ac:spMkLst>
        </pc:spChg>
        <pc:spChg chg="del">
          <ac:chgData name="Gregor Castro" userId="62c98bd55190e520" providerId="LiveId" clId="{6304FCCD-6262-4C8F-A20F-B21ED378C329}" dt="2025-11-12T01:42:38.486" v="3361" actId="478"/>
          <ac:spMkLst>
            <pc:docMk/>
            <pc:sldMk cId="2427217936" sldId="317"/>
            <ac:spMk id="454" creationId="{88B11473-9439-F84B-200F-2E3C7D397148}"/>
          </ac:spMkLst>
        </pc:spChg>
        <pc:spChg chg="del">
          <ac:chgData name="Gregor Castro" userId="62c98bd55190e520" providerId="LiveId" clId="{6304FCCD-6262-4C8F-A20F-B21ED378C329}" dt="2025-11-12T01:42:34.814" v="3359" actId="478"/>
          <ac:spMkLst>
            <pc:docMk/>
            <pc:sldMk cId="2427217936" sldId="317"/>
            <ac:spMk id="455" creationId="{BB9AD665-8FA1-EECB-0108-4F1C11853F4F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7" creationId="{FFE36B1F-A18A-C0AC-C007-9E191428C5C7}"/>
          </ac:spMkLst>
        </pc:spChg>
        <pc:spChg chg="mod">
          <ac:chgData name="Gregor Castro" userId="62c98bd55190e520" providerId="LiveId" clId="{6304FCCD-6262-4C8F-A20F-B21ED378C329}" dt="2025-11-12T01:43:30.327" v="3403" actId="1036"/>
          <ac:spMkLst>
            <pc:docMk/>
            <pc:sldMk cId="2427217936" sldId="317"/>
            <ac:spMk id="458" creationId="{F79B7012-071C-4266-6472-3D42C1E043AE}"/>
          </ac:spMkLst>
        </pc:spChg>
      </pc:sldChg>
      <pc:sldMasterChg chg="delSldLayout">
        <pc:chgData name="Gregor Castro" userId="62c98bd55190e520" providerId="LiveId" clId="{6304FCCD-6262-4C8F-A20F-B21ED378C329}" dt="2025-11-12T01:45:31.558" v="3441" actId="47"/>
        <pc:sldMasterMkLst>
          <pc:docMk/>
          <pc:sldMasterMk cId="1218261490" sldId="2147483660"/>
        </pc:sldMasterMkLst>
        <pc:sldLayoutChg chg="del">
          <pc:chgData name="Gregor Castro" userId="62c98bd55190e520" providerId="LiveId" clId="{6304FCCD-6262-4C8F-A20F-B21ED378C329}" dt="2025-11-12T01:45:23.359" v="3429" actId="47"/>
          <pc:sldLayoutMkLst>
            <pc:docMk/>
            <pc:sldMasterMk cId="1218261490" sldId="2147483660"/>
            <pc:sldLayoutMk cId="4026243462" sldId="2147483665"/>
          </pc:sldLayoutMkLst>
        </pc:sldLayoutChg>
        <pc:sldLayoutChg chg="del">
          <pc:chgData name="Gregor Castro" userId="62c98bd55190e520" providerId="LiveId" clId="{6304FCCD-6262-4C8F-A20F-B21ED378C329}" dt="2025-11-12T01:45:27.471" v="3434" actId="47"/>
          <pc:sldLayoutMkLst>
            <pc:docMk/>
            <pc:sldMasterMk cId="1218261490" sldId="2147483660"/>
            <pc:sldLayoutMk cId="2382343250" sldId="2147483671"/>
          </pc:sldLayoutMkLst>
        </pc:sldLayoutChg>
        <pc:sldLayoutChg chg="del">
          <pc:chgData name="Gregor Castro" userId="62c98bd55190e520" providerId="LiveId" clId="{6304FCCD-6262-4C8F-A20F-B21ED378C329}" dt="2025-11-12T01:45:30.091" v="3438" actId="47"/>
          <pc:sldLayoutMkLst>
            <pc:docMk/>
            <pc:sldMasterMk cId="1218261490" sldId="2147483660"/>
            <pc:sldLayoutMk cId="1194454293" sldId="2147483674"/>
          </pc:sldLayoutMkLst>
        </pc:sldLayoutChg>
        <pc:sldLayoutChg chg="del">
          <pc:chgData name="Gregor Castro" userId="62c98bd55190e520" providerId="LiveId" clId="{6304FCCD-6262-4C8F-A20F-B21ED378C329}" dt="2025-11-12T01:45:31.077" v="3440" actId="47"/>
          <pc:sldLayoutMkLst>
            <pc:docMk/>
            <pc:sldMasterMk cId="1218261490" sldId="2147483660"/>
            <pc:sldLayoutMk cId="4008434866" sldId="2147483675"/>
          </pc:sldLayoutMkLst>
        </pc:sldLayoutChg>
        <pc:sldLayoutChg chg="del">
          <pc:chgData name="Gregor Castro" userId="62c98bd55190e520" providerId="LiveId" clId="{6304FCCD-6262-4C8F-A20F-B21ED378C329}" dt="2025-11-12T01:45:31.558" v="3441" actId="47"/>
          <pc:sldLayoutMkLst>
            <pc:docMk/>
            <pc:sldMasterMk cId="1218261490" sldId="2147483660"/>
            <pc:sldLayoutMk cId="3649636728" sldId="2147483676"/>
          </pc:sldLayoutMkLst>
        </pc:sldLayoutChg>
      </pc:sldMasterChg>
      <pc:sldMasterChg chg="del delSldLayout">
        <pc:chgData name="Gregor Castro" userId="62c98bd55190e520" providerId="LiveId" clId="{6304FCCD-6262-4C8F-A20F-B21ED378C329}" dt="2025-11-12T01:45:41.598" v="3452" actId="47"/>
        <pc:sldMasterMkLst>
          <pc:docMk/>
          <pc:sldMasterMk cId="3222150711" sldId="2147483677"/>
        </pc:sldMasterMkLst>
        <pc:sldLayoutChg chg="del">
          <pc:chgData name="Gregor Castro" userId="62c98bd55190e520" providerId="LiveId" clId="{6304FCCD-6262-4C8F-A20F-B21ED378C329}" dt="2025-11-12T01:45:41.598" v="3452" actId="47"/>
          <pc:sldLayoutMkLst>
            <pc:docMk/>
            <pc:sldMasterMk cId="3222150711" sldId="2147483677"/>
            <pc:sldLayoutMk cId="1330621164" sldId="2147483678"/>
          </pc:sldLayoutMkLst>
        </pc:sldLayoutChg>
        <pc:sldLayoutChg chg="del">
          <pc:chgData name="Gregor Castro" userId="62c98bd55190e520" providerId="LiveId" clId="{6304FCCD-6262-4C8F-A20F-B21ED378C329}" dt="2025-11-12T01:45:37.872" v="3451" actId="47"/>
          <pc:sldLayoutMkLst>
            <pc:docMk/>
            <pc:sldMasterMk cId="3222150711" sldId="2147483677"/>
            <pc:sldLayoutMk cId="3368704551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35299-7216-4DA5-B7D0-8A871F9EFFE1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6A40B-F651-40DF-BBA2-5538A8BE1B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aec9669e7a_0_9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aec9669e7a_0_9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8472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349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E6147795-F745-44FC-141E-BB777766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5A5C0685-30E0-026A-1E48-12E28C12EE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>
            <a:extLst>
              <a:ext uri="{FF2B5EF4-FFF2-40B4-BE49-F238E27FC236}">
                <a16:creationId xmlns:a16="http://schemas.microsoft.com/office/drawing/2014/main" id="{F16FE8B3-4E2D-A1A5-C6E8-E5217336C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624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865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9768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859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0396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A447E310-B73F-C616-C8B8-5518EB9B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BBED3F67-1BD0-419E-1CC0-03D4E71427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>
            <a:extLst>
              <a:ext uri="{FF2B5EF4-FFF2-40B4-BE49-F238E27FC236}">
                <a16:creationId xmlns:a16="http://schemas.microsoft.com/office/drawing/2014/main" id="{84772CFC-BC3D-65D8-251C-C61C27796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381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49BC1F19-8287-BCFD-CF3A-35C678DA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DBFD80D9-2A75-DF45-1E95-DF90A670DB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>
            <a:extLst>
              <a:ext uri="{FF2B5EF4-FFF2-40B4-BE49-F238E27FC236}">
                <a16:creationId xmlns:a16="http://schemas.microsoft.com/office/drawing/2014/main" id="{F88262CD-95EA-9DA7-13BB-B785D9F16D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3536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B3204EBA-01B2-1DAD-8DB1-59211C29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73E9998F-68AF-9F9E-4471-BC195F767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>
            <a:extLst>
              <a:ext uri="{FF2B5EF4-FFF2-40B4-BE49-F238E27FC236}">
                <a16:creationId xmlns:a16="http://schemas.microsoft.com/office/drawing/2014/main" id="{95CF461A-0103-C15B-EC66-2A2BB998C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0381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6D4AA00E-E151-249D-87B7-6E3D36B4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84d99d1a72_0_2:notes">
            <a:extLst>
              <a:ext uri="{FF2B5EF4-FFF2-40B4-BE49-F238E27FC236}">
                <a16:creationId xmlns:a16="http://schemas.microsoft.com/office/drawing/2014/main" id="{AD3BCC07-CC45-2EF8-248F-FA6F44099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84d99d1a72_0_2:notes">
            <a:extLst>
              <a:ext uri="{FF2B5EF4-FFF2-40B4-BE49-F238E27FC236}">
                <a16:creationId xmlns:a16="http://schemas.microsoft.com/office/drawing/2014/main" id="{0557ADB4-74A2-5C9A-C9A2-AC4FCA728B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91037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EECE2178-211F-883F-BFF1-88B75D3C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84d99d1a72_0_15:notes">
            <a:extLst>
              <a:ext uri="{FF2B5EF4-FFF2-40B4-BE49-F238E27FC236}">
                <a16:creationId xmlns:a16="http://schemas.microsoft.com/office/drawing/2014/main" id="{76717678-C0EC-B7DD-CAA5-AA7531368E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84d99d1a72_0_15:notes">
            <a:extLst>
              <a:ext uri="{FF2B5EF4-FFF2-40B4-BE49-F238E27FC236}">
                <a16:creationId xmlns:a16="http://schemas.microsoft.com/office/drawing/2014/main" id="{217E08C2-F2CE-97E2-5D51-9C0513EA8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9526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>
          <a:extLst>
            <a:ext uri="{FF2B5EF4-FFF2-40B4-BE49-F238E27FC236}">
              <a16:creationId xmlns:a16="http://schemas.microsoft.com/office/drawing/2014/main" id="{A26E3A39-8604-DFA0-3805-96133229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8680c38407_0_38:notes">
            <a:extLst>
              <a:ext uri="{FF2B5EF4-FFF2-40B4-BE49-F238E27FC236}">
                <a16:creationId xmlns:a16="http://schemas.microsoft.com/office/drawing/2014/main" id="{87CD78DA-C320-71AF-A6C9-B2641034D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8680c38407_0_38:notes">
            <a:extLst>
              <a:ext uri="{FF2B5EF4-FFF2-40B4-BE49-F238E27FC236}">
                <a16:creationId xmlns:a16="http://schemas.microsoft.com/office/drawing/2014/main" id="{597FBB16-AF21-08FB-F77A-848497F68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662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>
          <a:extLst>
            <a:ext uri="{FF2B5EF4-FFF2-40B4-BE49-F238E27FC236}">
              <a16:creationId xmlns:a16="http://schemas.microsoft.com/office/drawing/2014/main" id="{5E506B45-393F-E76D-F05B-4DB6BBB3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54dda1946d_4_2720:notes">
            <a:extLst>
              <a:ext uri="{FF2B5EF4-FFF2-40B4-BE49-F238E27FC236}">
                <a16:creationId xmlns:a16="http://schemas.microsoft.com/office/drawing/2014/main" id="{65404A32-1B22-5921-3A57-08734386F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54dda1946d_4_2720:notes">
            <a:extLst>
              <a:ext uri="{FF2B5EF4-FFF2-40B4-BE49-F238E27FC236}">
                <a16:creationId xmlns:a16="http://schemas.microsoft.com/office/drawing/2014/main" id="{F8283AE4-D961-025E-C01F-75A2488C9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82943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C741A035-9599-E5E8-7BEE-5BBC0DC6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4d99d1a72_0_57:notes">
            <a:extLst>
              <a:ext uri="{FF2B5EF4-FFF2-40B4-BE49-F238E27FC236}">
                <a16:creationId xmlns:a16="http://schemas.microsoft.com/office/drawing/2014/main" id="{AF43010F-0853-6234-8332-9FBB9DBC9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4d99d1a72_0_57:notes">
            <a:extLst>
              <a:ext uri="{FF2B5EF4-FFF2-40B4-BE49-F238E27FC236}">
                <a16:creationId xmlns:a16="http://schemas.microsoft.com/office/drawing/2014/main" id="{F50476E3-4F5E-0F3E-6312-2BE6DB78E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3398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>
          <a:extLst>
            <a:ext uri="{FF2B5EF4-FFF2-40B4-BE49-F238E27FC236}">
              <a16:creationId xmlns:a16="http://schemas.microsoft.com/office/drawing/2014/main" id="{C54D7085-0A8B-24B5-E6BD-CB188582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72b1845856_1_196:notes">
            <a:extLst>
              <a:ext uri="{FF2B5EF4-FFF2-40B4-BE49-F238E27FC236}">
                <a16:creationId xmlns:a16="http://schemas.microsoft.com/office/drawing/2014/main" id="{76118236-C595-F9F3-FF8B-81FEA26FF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72b1845856_1_196:notes">
            <a:extLst>
              <a:ext uri="{FF2B5EF4-FFF2-40B4-BE49-F238E27FC236}">
                <a16:creationId xmlns:a16="http://schemas.microsoft.com/office/drawing/2014/main" id="{354CCC82-E771-B918-4E0A-9863BF7319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85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50967" y="2268117"/>
            <a:ext cx="5133600" cy="21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50967" y="4426091"/>
            <a:ext cx="51336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564412" y="460734"/>
            <a:ext cx="4280643" cy="5936533"/>
            <a:chOff x="423309" y="345550"/>
            <a:chExt cx="3210482" cy="44524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3053972" y="345550"/>
              <a:ext cx="579820" cy="387900"/>
              <a:chOff x="3053972" y="345550"/>
              <a:chExt cx="579820" cy="38790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346692" y="345550"/>
                <a:ext cx="287100" cy="387900"/>
              </a:xfrm>
              <a:prstGeom prst="chevron">
                <a:avLst>
                  <a:gd name="adj" fmla="val 50000"/>
                </a:avLst>
              </a:prstGeom>
              <a:solidFill>
                <a:srgbClr val="87F0E0">
                  <a:alpha val="481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053972" y="345550"/>
                <a:ext cx="287100" cy="387900"/>
              </a:xfrm>
              <a:prstGeom prst="chevron">
                <a:avLst>
                  <a:gd name="adj" fmla="val 50000"/>
                </a:avLst>
              </a:prstGeom>
              <a:solidFill>
                <a:srgbClr val="87F0E0">
                  <a:alpha val="481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423309" y="4410050"/>
              <a:ext cx="579820" cy="387900"/>
              <a:chOff x="423309" y="4410050"/>
              <a:chExt cx="579820" cy="387900"/>
            </a:xfrm>
          </p:grpSpPr>
          <p:sp>
            <p:nvSpPr>
              <p:cNvPr id="17" name="Google Shape;17;p2"/>
              <p:cNvSpPr/>
              <p:nvPr/>
            </p:nvSpPr>
            <p:spPr>
              <a:xfrm rot="10800000">
                <a:off x="423309" y="4410050"/>
                <a:ext cx="287100" cy="387900"/>
              </a:xfrm>
              <a:prstGeom prst="chevron">
                <a:avLst>
                  <a:gd name="adj" fmla="val 50000"/>
                </a:avLst>
              </a:prstGeom>
              <a:solidFill>
                <a:srgbClr val="87F0E0">
                  <a:alpha val="481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716029" y="4410050"/>
                <a:ext cx="287100" cy="387900"/>
              </a:xfrm>
              <a:prstGeom prst="chevron">
                <a:avLst>
                  <a:gd name="adj" fmla="val 50000"/>
                </a:avLst>
              </a:prstGeom>
              <a:solidFill>
                <a:srgbClr val="87F0E0">
                  <a:alpha val="481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67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19" name="Google Shape;19;p2"/>
          <p:cNvGrpSpPr/>
          <p:nvPr/>
        </p:nvGrpSpPr>
        <p:grpSpPr>
          <a:xfrm>
            <a:off x="0" y="1"/>
            <a:ext cx="12192000" cy="6857999"/>
            <a:chOff x="0" y="0"/>
            <a:chExt cx="9144000" cy="5143499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0" y="0"/>
              <a:ext cx="4817300" cy="5143499"/>
              <a:chOff x="0" y="0"/>
              <a:chExt cx="4817300" cy="5143499"/>
            </a:xfrm>
          </p:grpSpPr>
          <p:pic>
            <p:nvPicPr>
              <p:cNvPr id="21" name="Google Shape;21;p2"/>
              <p:cNvPicPr preferRelativeResize="0"/>
              <p:nvPr/>
            </p:nvPicPr>
            <p:blipFill rotWithShape="1">
              <a:blip r:embed="rId3">
                <a:alphaModFix/>
              </a:blip>
              <a:srcRect l="39545" t="64711" r="14256" b="10966"/>
              <a:stretch/>
            </p:blipFill>
            <p:spPr>
              <a:xfrm>
                <a:off x="0" y="0"/>
                <a:ext cx="2656051" cy="13983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22;p2"/>
              <p:cNvPicPr preferRelativeResize="0"/>
              <p:nvPr/>
            </p:nvPicPr>
            <p:blipFill rotWithShape="1">
              <a:blip r:embed="rId3">
                <a:alphaModFix/>
              </a:blip>
              <a:srcRect l="26846" t="-1554" r="17960" b="77232"/>
              <a:stretch/>
            </p:blipFill>
            <p:spPr>
              <a:xfrm flipH="1">
                <a:off x="1644201" y="3745125"/>
                <a:ext cx="3173100" cy="13983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3" name="Google Shape;23;p2"/>
            <p:cNvPicPr preferRelativeResize="0"/>
            <p:nvPr/>
          </p:nvPicPr>
          <p:blipFill rotWithShape="1">
            <a:blip r:embed="rId3">
              <a:alphaModFix/>
            </a:blip>
            <a:srcRect l="46881" t="7345" r="-2075" b="68332"/>
            <a:stretch/>
          </p:blipFill>
          <p:spPr>
            <a:xfrm flipH="1">
              <a:off x="5970901" y="3745125"/>
              <a:ext cx="3173100" cy="13983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Google Shape;24;p2"/>
          <p:cNvGrpSpPr/>
          <p:nvPr/>
        </p:nvGrpSpPr>
        <p:grpSpPr>
          <a:xfrm>
            <a:off x="1132284" y="67869"/>
            <a:ext cx="10626048" cy="6463668"/>
            <a:chOff x="849213" y="50901"/>
            <a:chExt cx="7969536" cy="4847751"/>
          </a:xfrm>
        </p:grpSpPr>
        <p:grpSp>
          <p:nvGrpSpPr>
            <p:cNvPr id="25" name="Google Shape;25;p2"/>
            <p:cNvGrpSpPr/>
            <p:nvPr/>
          </p:nvGrpSpPr>
          <p:grpSpPr>
            <a:xfrm>
              <a:off x="849213" y="50901"/>
              <a:ext cx="2642001" cy="4847751"/>
              <a:chOff x="849213" y="50901"/>
              <a:chExt cx="2642001" cy="4847751"/>
            </a:xfrm>
          </p:grpSpPr>
          <p:pic>
            <p:nvPicPr>
              <p:cNvPr id="26" name="Google Shape;26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166825" y="698428"/>
                <a:ext cx="387973" cy="387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349550" y="539501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" name="Google Shape;2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49213" y="960278"/>
                <a:ext cx="387973" cy="387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" name="Google Shape;29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361400" y="50901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196562" y="4604001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" name="Google Shape;31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361400" y="4331378"/>
                <a:ext cx="387973" cy="3879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" name="Google Shape;3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30775" y="4476028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13575" y="4456676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" name="Google Shape;34;p2"/>
          <p:cNvPicPr preferRelativeResize="0"/>
          <p:nvPr/>
        </p:nvPicPr>
        <p:blipFill rotWithShape="1">
          <a:blip r:embed="rId5">
            <a:alphaModFix amt="51000"/>
          </a:blip>
          <a:srcRect l="45533" t="16032" r="16308" b="38574"/>
          <a:stretch/>
        </p:blipFill>
        <p:spPr>
          <a:xfrm rot="-5400000">
            <a:off x="9348299" y="3993131"/>
            <a:ext cx="2616935" cy="3112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783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4"/>
          <p:cNvPicPr preferRelativeResize="0"/>
          <p:nvPr/>
        </p:nvPicPr>
        <p:blipFill rotWithShape="1">
          <a:blip r:embed="rId2">
            <a:alphaModFix amt="50000"/>
          </a:blip>
          <a:srcRect l="29" r="19"/>
          <a:stretch/>
        </p:blipFill>
        <p:spPr>
          <a:xfrm flipH="1">
            <a:off x="0" y="0"/>
            <a:ext cx="1219206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5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Fira Sans Light"/>
              <a:buChar char="■"/>
              <a:defRPr/>
            </a:lvl9pPr>
          </a:lstStyle>
          <a:p>
            <a:endParaRPr/>
          </a:p>
        </p:txBody>
      </p:sp>
      <p:grpSp>
        <p:nvGrpSpPr>
          <p:cNvPr id="43" name="Google Shape;43;p4"/>
          <p:cNvGrpSpPr/>
          <p:nvPr/>
        </p:nvGrpSpPr>
        <p:grpSpPr>
          <a:xfrm>
            <a:off x="-18667" y="-18667"/>
            <a:ext cx="12210737" cy="6876667"/>
            <a:chOff x="-14001" y="-14000"/>
            <a:chExt cx="9158053" cy="5157500"/>
          </a:xfrm>
        </p:grpSpPr>
        <p:pic>
          <p:nvPicPr>
            <p:cNvPr id="44" name="Google Shape;44;p4"/>
            <p:cNvPicPr preferRelativeResize="0"/>
            <p:nvPr/>
          </p:nvPicPr>
          <p:blipFill rotWithShape="1">
            <a:blip r:embed="rId3">
              <a:alphaModFix/>
            </a:blip>
            <a:srcRect l="60904" t="13832" r="13512" b="65702"/>
            <a:stretch/>
          </p:blipFill>
          <p:spPr>
            <a:xfrm rot="5400000">
              <a:off x="-161088" y="133087"/>
              <a:ext cx="1470776" cy="1176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4"/>
            <p:cNvPicPr preferRelativeResize="0"/>
            <p:nvPr/>
          </p:nvPicPr>
          <p:blipFill rotWithShape="1">
            <a:blip r:embed="rId4">
              <a:alphaModFix/>
            </a:blip>
            <a:srcRect l="9773" t="12248" r="53973" b="68819"/>
            <a:stretch/>
          </p:blipFill>
          <p:spPr>
            <a:xfrm>
              <a:off x="7059700" y="4055075"/>
              <a:ext cx="2084352" cy="1088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" name="Google Shape;46;p4"/>
          <p:cNvGrpSpPr/>
          <p:nvPr/>
        </p:nvGrpSpPr>
        <p:grpSpPr>
          <a:xfrm>
            <a:off x="211601" y="411720"/>
            <a:ext cx="11740481" cy="6446264"/>
            <a:chOff x="158700" y="308790"/>
            <a:chExt cx="8805361" cy="4834698"/>
          </a:xfrm>
        </p:grpSpPr>
        <p:pic>
          <p:nvPicPr>
            <p:cNvPr id="47" name="Google Shape;47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3338" y="308790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4"/>
            <p:cNvPicPr preferRelativeResize="0"/>
            <p:nvPr/>
          </p:nvPicPr>
          <p:blipFill rotWithShape="1">
            <a:blip r:embed="rId5">
              <a:alphaModFix/>
            </a:blip>
            <a:srcRect l="-19020" r="19019"/>
            <a:stretch/>
          </p:blipFill>
          <p:spPr>
            <a:xfrm>
              <a:off x="158700" y="846051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576088" y="4755515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51550" y="4481401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1397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10800000" flipH="1">
            <a:off x="0" y="1"/>
            <a:ext cx="12192064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3"/>
          <p:cNvGrpSpPr/>
          <p:nvPr/>
        </p:nvGrpSpPr>
        <p:grpSpPr>
          <a:xfrm>
            <a:off x="1" y="-1"/>
            <a:ext cx="12192001" cy="6854268"/>
            <a:chOff x="0" y="-1"/>
            <a:chExt cx="9144001" cy="5140701"/>
          </a:xfrm>
        </p:grpSpPr>
        <p:pic>
          <p:nvPicPr>
            <p:cNvPr id="101" name="Google Shape;101;p13"/>
            <p:cNvPicPr preferRelativeResize="0"/>
            <p:nvPr/>
          </p:nvPicPr>
          <p:blipFill rotWithShape="1">
            <a:blip r:embed="rId3">
              <a:alphaModFix/>
            </a:blip>
            <a:srcRect l="16957" t="72549" r="36067" b="9748"/>
            <a:stretch/>
          </p:blipFill>
          <p:spPr>
            <a:xfrm>
              <a:off x="6443375" y="-1"/>
              <a:ext cx="2700626" cy="10177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3"/>
            <p:cNvPicPr preferRelativeResize="0"/>
            <p:nvPr/>
          </p:nvPicPr>
          <p:blipFill rotWithShape="1">
            <a:blip r:embed="rId3">
              <a:alphaModFix/>
            </a:blip>
            <a:srcRect l="29044" t="71762" r="18755" b="10539"/>
            <a:stretch/>
          </p:blipFill>
          <p:spPr>
            <a:xfrm rot="10800000" flipH="1">
              <a:off x="0" y="4123151"/>
              <a:ext cx="3001027" cy="10175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" name="Google Shape;103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2251031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3" hasCustomPrompt="1"/>
          </p:nvPr>
        </p:nvSpPr>
        <p:spPr>
          <a:xfrm>
            <a:off x="6006700" y="225103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4" hasCustomPrompt="1"/>
          </p:nvPr>
        </p:nvSpPr>
        <p:spPr>
          <a:xfrm>
            <a:off x="960000" y="3315697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5" hasCustomPrompt="1"/>
          </p:nvPr>
        </p:nvSpPr>
        <p:spPr>
          <a:xfrm>
            <a:off x="6006700" y="3315704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6" hasCustomPrompt="1"/>
          </p:nvPr>
        </p:nvSpPr>
        <p:spPr>
          <a:xfrm>
            <a:off x="960000" y="4380364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7" hasCustomPrompt="1"/>
          </p:nvPr>
        </p:nvSpPr>
        <p:spPr>
          <a:xfrm>
            <a:off x="6006700" y="4380371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2244400" y="2320633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8"/>
          </p:nvPr>
        </p:nvSpPr>
        <p:spPr>
          <a:xfrm>
            <a:off x="2244400" y="3385300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9"/>
          </p:nvPr>
        </p:nvSpPr>
        <p:spPr>
          <a:xfrm>
            <a:off x="2244400" y="4449967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3"/>
          </p:nvPr>
        </p:nvSpPr>
        <p:spPr>
          <a:xfrm>
            <a:off x="7291100" y="2320633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4"/>
          </p:nvPr>
        </p:nvSpPr>
        <p:spPr>
          <a:xfrm>
            <a:off x="7291100" y="3385300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5"/>
          </p:nvPr>
        </p:nvSpPr>
        <p:spPr>
          <a:xfrm>
            <a:off x="7291100" y="4449967"/>
            <a:ext cx="3074000" cy="6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grpSp>
        <p:nvGrpSpPr>
          <p:cNvPr id="116" name="Google Shape;116;p13"/>
          <p:cNvGrpSpPr/>
          <p:nvPr/>
        </p:nvGrpSpPr>
        <p:grpSpPr>
          <a:xfrm>
            <a:off x="328696" y="110102"/>
            <a:ext cx="11673553" cy="6744164"/>
            <a:chOff x="246521" y="82576"/>
            <a:chExt cx="8755165" cy="5058123"/>
          </a:xfrm>
        </p:grpSpPr>
        <p:pic>
          <p:nvPicPr>
            <p:cNvPr id="117" name="Google Shape;117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2150" y="82576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613713" y="519978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499835" flipH="1">
              <a:off x="262698" y="4620182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171612" y="4462451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499835" flipH="1">
              <a:off x="1963198" y="4736545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21498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0800000" flipH="1">
            <a:off x="0" y="0"/>
            <a:ext cx="12192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1169233" y="1824867"/>
            <a:ext cx="4764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subTitle" idx="1"/>
          </p:nvPr>
        </p:nvSpPr>
        <p:spPr>
          <a:xfrm>
            <a:off x="1169233" y="2679500"/>
            <a:ext cx="4764400" cy="23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>
            <a:spLocks noGrp="1"/>
          </p:cNvSpPr>
          <p:nvPr>
            <p:ph type="pic" idx="2"/>
          </p:nvPr>
        </p:nvSpPr>
        <p:spPr>
          <a:xfrm>
            <a:off x="6923967" y="1352100"/>
            <a:ext cx="4098800" cy="4154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3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5"/>
          <p:cNvPicPr preferRelativeResize="0"/>
          <p:nvPr/>
        </p:nvPicPr>
        <p:blipFill rotWithShape="1">
          <a:blip r:embed="rId2">
            <a:alphaModFix amt="50000"/>
          </a:blip>
          <a:srcRect t="49" b="39"/>
          <a:stretch/>
        </p:blipFill>
        <p:spPr>
          <a:xfrm rot="10800000" flipH="1">
            <a:off x="0" y="1"/>
            <a:ext cx="1219206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6564180" y="3424433"/>
            <a:ext cx="3340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2287033" y="3424433"/>
            <a:ext cx="33408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2287017" y="2901631"/>
            <a:ext cx="3340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6564184" y="2901631"/>
            <a:ext cx="3340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847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 rot="10800000" flipH="1">
            <a:off x="0" y="1"/>
            <a:ext cx="12192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1"/>
          </p:nvPr>
        </p:nvSpPr>
        <p:spPr>
          <a:xfrm>
            <a:off x="1250167" y="3424431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2"/>
          </p:nvPr>
        </p:nvSpPr>
        <p:spPr>
          <a:xfrm>
            <a:off x="4645796" y="3424431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3"/>
          </p:nvPr>
        </p:nvSpPr>
        <p:spPr>
          <a:xfrm>
            <a:off x="8041433" y="3424431"/>
            <a:ext cx="2900400" cy="2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4"/>
          </p:nvPr>
        </p:nvSpPr>
        <p:spPr>
          <a:xfrm>
            <a:off x="1250167" y="2901633"/>
            <a:ext cx="29004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5"/>
          </p:nvPr>
        </p:nvSpPr>
        <p:spPr>
          <a:xfrm>
            <a:off x="4645800" y="2901633"/>
            <a:ext cx="29004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6"/>
          </p:nvPr>
        </p:nvSpPr>
        <p:spPr>
          <a:xfrm>
            <a:off x="8041433" y="2901633"/>
            <a:ext cx="29004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 rotWithShape="1">
          <a:blip r:embed="rId3">
            <a:alphaModFix/>
          </a:blip>
          <a:srcRect l="42439" t="68005" r="5403" b="8357"/>
          <a:stretch/>
        </p:blipFill>
        <p:spPr>
          <a:xfrm rot="10800000" flipH="1">
            <a:off x="0" y="5070700"/>
            <a:ext cx="3998133" cy="18119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9"/>
          <p:cNvGrpSpPr/>
          <p:nvPr/>
        </p:nvGrpSpPr>
        <p:grpSpPr>
          <a:xfrm>
            <a:off x="567129" y="5745783"/>
            <a:ext cx="2762568" cy="953331"/>
            <a:chOff x="425347" y="4309337"/>
            <a:chExt cx="2071926" cy="714998"/>
          </a:xfrm>
        </p:grpSpPr>
        <p:pic>
          <p:nvPicPr>
            <p:cNvPr id="174" name="Google Shape;174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425347" y="4309337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499835" flipH="1">
              <a:off x="1300308" y="4620181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202622" y="4545787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5872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 rotWithShape="1">
          <a:blip r:embed="rId2">
            <a:alphaModFix amt="50000"/>
          </a:blip>
          <a:srcRect t="19" b="19"/>
          <a:stretch/>
        </p:blipFill>
        <p:spPr>
          <a:xfrm>
            <a:off x="0" y="1"/>
            <a:ext cx="1219206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1"/>
          </p:nvPr>
        </p:nvSpPr>
        <p:spPr>
          <a:xfrm>
            <a:off x="2099217" y="2331867"/>
            <a:ext cx="36828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2"/>
          </p:nvPr>
        </p:nvSpPr>
        <p:spPr>
          <a:xfrm>
            <a:off x="6967751" y="2331867"/>
            <a:ext cx="36828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3"/>
          </p:nvPr>
        </p:nvSpPr>
        <p:spPr>
          <a:xfrm>
            <a:off x="2099217" y="4545967"/>
            <a:ext cx="36828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subTitle" idx="4"/>
          </p:nvPr>
        </p:nvSpPr>
        <p:spPr>
          <a:xfrm>
            <a:off x="6967768" y="4545967"/>
            <a:ext cx="36828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ubTitle" idx="5"/>
          </p:nvPr>
        </p:nvSpPr>
        <p:spPr>
          <a:xfrm>
            <a:off x="2099217" y="1819133"/>
            <a:ext cx="3682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subTitle" idx="6"/>
          </p:nvPr>
        </p:nvSpPr>
        <p:spPr>
          <a:xfrm>
            <a:off x="2099217" y="4033333"/>
            <a:ext cx="3682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86" name="Google Shape;186;p20"/>
          <p:cNvSpPr txBox="1">
            <a:spLocks noGrp="1"/>
          </p:cNvSpPr>
          <p:nvPr>
            <p:ph type="subTitle" idx="7"/>
          </p:nvPr>
        </p:nvSpPr>
        <p:spPr>
          <a:xfrm>
            <a:off x="6967717" y="1819133"/>
            <a:ext cx="3682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ubTitle" idx="8"/>
          </p:nvPr>
        </p:nvSpPr>
        <p:spPr>
          <a:xfrm>
            <a:off x="6967735" y="4033333"/>
            <a:ext cx="36828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jdhani"/>
              <a:buNone/>
              <a:defRPr sz="32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grpSp>
        <p:nvGrpSpPr>
          <p:cNvPr id="188" name="Google Shape;188;p20"/>
          <p:cNvGrpSpPr/>
          <p:nvPr/>
        </p:nvGrpSpPr>
        <p:grpSpPr>
          <a:xfrm>
            <a:off x="2" y="1420833"/>
            <a:ext cx="12191999" cy="5437168"/>
            <a:chOff x="1" y="1065625"/>
            <a:chExt cx="9143999" cy="4077876"/>
          </a:xfrm>
        </p:grpSpPr>
        <p:pic>
          <p:nvPicPr>
            <p:cNvPr id="189" name="Google Shape;189;p20"/>
            <p:cNvPicPr preferRelativeResize="0"/>
            <p:nvPr/>
          </p:nvPicPr>
          <p:blipFill rotWithShape="1">
            <a:blip r:embed="rId3">
              <a:alphaModFix/>
            </a:blip>
            <a:srcRect l="20532" t="6477" r="27076" b="77104"/>
            <a:stretch/>
          </p:blipFill>
          <p:spPr>
            <a:xfrm rot="5400000">
              <a:off x="-1034137" y="2099763"/>
              <a:ext cx="3012224" cy="9439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0"/>
            <p:cNvPicPr preferRelativeResize="0"/>
            <p:nvPr/>
          </p:nvPicPr>
          <p:blipFill rotWithShape="1">
            <a:blip r:embed="rId4">
              <a:alphaModFix/>
            </a:blip>
            <a:srcRect l="20025" t="72549" r="27785" b="9748"/>
            <a:stretch/>
          </p:blipFill>
          <p:spPr>
            <a:xfrm rot="5400000">
              <a:off x="7134950" y="3134452"/>
              <a:ext cx="3000376" cy="1017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0"/>
          <p:cNvGrpSpPr/>
          <p:nvPr/>
        </p:nvGrpSpPr>
        <p:grpSpPr>
          <a:xfrm>
            <a:off x="-16" y="2857517"/>
            <a:ext cx="12144127" cy="3798463"/>
            <a:chOff x="-12" y="2143137"/>
            <a:chExt cx="9108095" cy="2848847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-12" y="2703799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243000" y="2143137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766759" y="2793423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720110" y="4604011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236798" y="4134211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2536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/>
          <p:cNvPicPr preferRelativeResize="0"/>
          <p:nvPr/>
        </p:nvPicPr>
        <p:blipFill rotWithShape="1">
          <a:blip r:embed="rId2">
            <a:alphaModFix amt="50000"/>
          </a:blip>
          <a:srcRect t="49" b="39"/>
          <a:stretch/>
        </p:blipFill>
        <p:spPr>
          <a:xfrm flipH="1">
            <a:off x="0" y="1"/>
            <a:ext cx="1219206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21"/>
          <p:cNvSpPr txBox="1">
            <a:spLocks noGrp="1"/>
          </p:cNvSpPr>
          <p:nvPr>
            <p:ph type="subTitle" idx="1"/>
          </p:nvPr>
        </p:nvSpPr>
        <p:spPr>
          <a:xfrm>
            <a:off x="1317900" y="2213248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subTitle" idx="2"/>
          </p:nvPr>
        </p:nvSpPr>
        <p:spPr>
          <a:xfrm>
            <a:off x="4771999" y="2213248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1"/>
          <p:cNvSpPr txBox="1">
            <a:spLocks noGrp="1"/>
          </p:cNvSpPr>
          <p:nvPr>
            <p:ph type="subTitle" idx="3"/>
          </p:nvPr>
        </p:nvSpPr>
        <p:spPr>
          <a:xfrm>
            <a:off x="1317900" y="4561133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1"/>
          <p:cNvSpPr txBox="1">
            <a:spLocks noGrp="1"/>
          </p:cNvSpPr>
          <p:nvPr>
            <p:ph type="subTitle" idx="4"/>
          </p:nvPr>
        </p:nvSpPr>
        <p:spPr>
          <a:xfrm>
            <a:off x="4771999" y="4561133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subTitle" idx="5"/>
          </p:nvPr>
        </p:nvSpPr>
        <p:spPr>
          <a:xfrm>
            <a:off x="8226096" y="2213248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subTitle" idx="6"/>
          </p:nvPr>
        </p:nvSpPr>
        <p:spPr>
          <a:xfrm>
            <a:off x="8226096" y="4561133"/>
            <a:ext cx="2648000" cy="1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subTitle" idx="7"/>
          </p:nvPr>
        </p:nvSpPr>
        <p:spPr>
          <a:xfrm>
            <a:off x="1317900" y="16947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subTitle" idx="8"/>
          </p:nvPr>
        </p:nvSpPr>
        <p:spPr>
          <a:xfrm>
            <a:off x="4772000" y="16947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subTitle" idx="9"/>
          </p:nvPr>
        </p:nvSpPr>
        <p:spPr>
          <a:xfrm>
            <a:off x="8226099" y="16947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ubTitle" idx="13"/>
          </p:nvPr>
        </p:nvSpPr>
        <p:spPr>
          <a:xfrm>
            <a:off x="1317900" y="40383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10" name="Google Shape;210;p21"/>
          <p:cNvSpPr txBox="1">
            <a:spLocks noGrp="1"/>
          </p:cNvSpPr>
          <p:nvPr>
            <p:ph type="subTitle" idx="14"/>
          </p:nvPr>
        </p:nvSpPr>
        <p:spPr>
          <a:xfrm>
            <a:off x="4772001" y="40383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11" name="Google Shape;211;p21"/>
          <p:cNvSpPr txBox="1">
            <a:spLocks noGrp="1"/>
          </p:cNvSpPr>
          <p:nvPr>
            <p:ph type="subTitle" idx="15"/>
          </p:nvPr>
        </p:nvSpPr>
        <p:spPr>
          <a:xfrm>
            <a:off x="8226100" y="4038333"/>
            <a:ext cx="2648000" cy="62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jdhani"/>
              <a:buNone/>
              <a:defRPr sz="2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pic>
        <p:nvPicPr>
          <p:cNvPr id="212" name="Google Shape;212;p21"/>
          <p:cNvPicPr preferRelativeResize="0"/>
          <p:nvPr/>
        </p:nvPicPr>
        <p:blipFill rotWithShape="1">
          <a:blip r:embed="rId3">
            <a:alphaModFix/>
          </a:blip>
          <a:srcRect l="12713" t="71534" r="45737" b="4828"/>
          <a:stretch/>
        </p:blipFill>
        <p:spPr>
          <a:xfrm rot="-5400000" flipH="1">
            <a:off x="-686533" y="4373367"/>
            <a:ext cx="3185001" cy="18119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396617" y="4796640"/>
            <a:ext cx="863331" cy="2127389"/>
            <a:chOff x="297463" y="3597480"/>
            <a:chExt cx="647498" cy="1595542"/>
          </a:xfrm>
        </p:grpSpPr>
        <p:pic>
          <p:nvPicPr>
            <p:cNvPr id="214" name="Google Shape;214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5700165" flipH="1">
              <a:off x="313653" y="3613657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650310" y="4898371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5700165" flipH="1">
              <a:off x="313641" y="4264107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7335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6"/>
          <p:cNvPicPr preferRelativeResize="0"/>
          <p:nvPr/>
        </p:nvPicPr>
        <p:blipFill rotWithShape="1">
          <a:blip r:embed="rId2">
            <a:alphaModFix amt="50000"/>
          </a:blip>
          <a:srcRect t="19" b="19"/>
          <a:stretch/>
        </p:blipFill>
        <p:spPr>
          <a:xfrm>
            <a:off x="0" y="1"/>
            <a:ext cx="1219206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6"/>
          <p:cNvPicPr preferRelativeResize="0"/>
          <p:nvPr/>
        </p:nvPicPr>
        <p:blipFill rotWithShape="1">
          <a:blip r:embed="rId3">
            <a:alphaModFix/>
          </a:blip>
          <a:srcRect l="29044" t="71762" r="18755" b="10539"/>
          <a:stretch/>
        </p:blipFill>
        <p:spPr>
          <a:xfrm flipH="1">
            <a:off x="8190634" y="2"/>
            <a:ext cx="4001369" cy="1356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6"/>
          <p:cNvGrpSpPr/>
          <p:nvPr/>
        </p:nvGrpSpPr>
        <p:grpSpPr>
          <a:xfrm>
            <a:off x="9035532" y="3"/>
            <a:ext cx="2827776" cy="904331"/>
            <a:chOff x="6776649" y="2"/>
            <a:chExt cx="2120832" cy="678248"/>
          </a:xfrm>
        </p:grpSpPr>
        <p:pic>
          <p:nvPicPr>
            <p:cNvPr id="63" name="Google Shape;63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300165" flipH="1">
              <a:off x="8493327" y="132542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7677739" y="383600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300165" flipH="1">
              <a:off x="6792827" y="16180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7548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0" y="0"/>
            <a:ext cx="1219206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pic>
        <p:nvPicPr>
          <p:cNvPr id="133" name="Google Shape;133;p15"/>
          <p:cNvPicPr preferRelativeResize="0"/>
          <p:nvPr/>
        </p:nvPicPr>
        <p:blipFill rotWithShape="1">
          <a:blip r:embed="rId3">
            <a:alphaModFix/>
          </a:blip>
          <a:srcRect l="19625" t="13760" r="19933" b="73303"/>
          <a:stretch/>
        </p:blipFill>
        <p:spPr>
          <a:xfrm rot="5400000" flipH="1">
            <a:off x="-1838287" y="1820884"/>
            <a:ext cx="4633403" cy="9916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5"/>
          <p:cNvGrpSpPr/>
          <p:nvPr/>
        </p:nvGrpSpPr>
        <p:grpSpPr>
          <a:xfrm>
            <a:off x="195283" y="1356951"/>
            <a:ext cx="1035904" cy="1627768"/>
            <a:chOff x="146462" y="1017713"/>
            <a:chExt cx="776928" cy="1220826"/>
          </a:xfrm>
        </p:grpSpPr>
        <p:pic>
          <p:nvPicPr>
            <p:cNvPr id="135" name="Google Shape;135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0499835" flipH="1">
              <a:off x="519236" y="1591532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11487" y="1943888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46462" y="1017713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7372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/>
          <p:cNvPicPr preferRelativeResize="0"/>
          <p:nvPr/>
        </p:nvPicPr>
        <p:blipFill rotWithShape="1">
          <a:blip r:embed="rId2">
            <a:alphaModFix amt="50000"/>
          </a:blip>
          <a:srcRect t="49" b="39"/>
          <a:stretch/>
        </p:blipFill>
        <p:spPr>
          <a:xfrm flipH="1">
            <a:off x="0" y="1"/>
            <a:ext cx="1219206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3202800" cy="15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1"/>
          </p:nvPr>
        </p:nvSpPr>
        <p:spPr>
          <a:xfrm>
            <a:off x="950967" y="2248133"/>
            <a:ext cx="3202800" cy="12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>
            <a:spLocks noGrp="1"/>
          </p:cNvSpPr>
          <p:nvPr>
            <p:ph type="pic" idx="2"/>
          </p:nvPr>
        </p:nvSpPr>
        <p:spPr>
          <a:xfrm>
            <a:off x="4940800" y="719333"/>
            <a:ext cx="3072400" cy="27560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3" name="Google Shape;143;p16"/>
          <p:cNvSpPr>
            <a:spLocks noGrp="1"/>
          </p:cNvSpPr>
          <p:nvPr>
            <p:ph type="pic" idx="3"/>
          </p:nvPr>
        </p:nvSpPr>
        <p:spPr>
          <a:xfrm>
            <a:off x="950967" y="3625267"/>
            <a:ext cx="7062400" cy="2513200"/>
          </a:xfrm>
          <a:prstGeom prst="snip2DiagRect">
            <a:avLst>
              <a:gd name="adj1" fmla="val 0"/>
              <a:gd name="adj2" fmla="val 2364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144" name="Google Shape;144;p16"/>
          <p:cNvSpPr>
            <a:spLocks noGrp="1"/>
          </p:cNvSpPr>
          <p:nvPr>
            <p:ph type="pic" idx="4"/>
          </p:nvPr>
        </p:nvSpPr>
        <p:spPr>
          <a:xfrm>
            <a:off x="8168633" y="719333"/>
            <a:ext cx="3072400" cy="5419200"/>
          </a:xfrm>
          <a:prstGeom prst="snip2DiagRect">
            <a:avLst>
              <a:gd name="adj1" fmla="val 0"/>
              <a:gd name="adj2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27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82614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2" r:id="rId10"/>
    <p:sldLayoutId id="214748367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hyperlink" Target="https://app.powerbi.com/view?r=eyJrIjoiMGM2MmVhMmYtYjFjYi00MWRiLWI4MTYtNDNiMzVkZDFjZmMwIiwidCI6ImY1Y2MwNTIyLWZiMWYtNGY0NC1hMzFmLTljOGU3ZDViZGM4MSJ9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hyperlink" Target="https://github.com/zaradesouza/monitoramento-legislativo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>
            <a:spLocks noGrp="1"/>
          </p:cNvSpPr>
          <p:nvPr>
            <p:ph type="ctrTitle"/>
          </p:nvPr>
        </p:nvSpPr>
        <p:spPr>
          <a:xfrm>
            <a:off x="350502" y="1701135"/>
            <a:ext cx="5938539" cy="215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just"/>
            <a:r>
              <a:rPr lang="pt-BR" sz="3600" dirty="0">
                <a:solidFill>
                  <a:srgbClr val="B1FCF1"/>
                </a:solidFill>
                <a:latin typeface="Rajdhani" panose="020B0604020202020204" charset="0"/>
                <a:ea typeface="Aptos" panose="020B0004020202020204" pitchFamily="34" charset="0"/>
                <a:cs typeface="Rajdhani" panose="020B0604020202020204" charset="0"/>
              </a:rPr>
              <a:t>Inteligência Artificial para Dados Políticos e Sociais:</a:t>
            </a:r>
            <a:br>
              <a:rPr lang="pt-BR" sz="3600" dirty="0">
                <a:solidFill>
                  <a:srgbClr val="B1FCF1"/>
                </a:solidFill>
                <a:latin typeface="Rajdhani" panose="020B0604020202020204" charset="0"/>
                <a:ea typeface="Aptos" panose="020B0004020202020204" pitchFamily="34" charset="0"/>
                <a:cs typeface="Rajdhani" panose="020B0604020202020204" charset="0"/>
              </a:rPr>
            </a:br>
            <a:r>
              <a:rPr lang="pt-BR" sz="2400" b="0" dirty="0">
                <a:latin typeface="Rajdhani" panose="020B0604020202020204" charset="0"/>
                <a:ea typeface="Aptos" panose="020B0004020202020204" pitchFamily="34" charset="0"/>
                <a:cs typeface="Rajdhani" panose="020B0604020202020204" charset="0"/>
              </a:rPr>
              <a:t>Possibilidades, Ferramentas e Rotas de Análise.</a:t>
            </a:r>
            <a:endParaRPr lang="pt-BR" sz="2800" b="0" dirty="0">
              <a:latin typeface="Rajdhani" panose="020B0604020202020204" charset="0"/>
              <a:cs typeface="Rajdhani" panose="020B0604020202020204" charset="0"/>
            </a:endParaRPr>
          </a:p>
        </p:txBody>
      </p:sp>
      <p:sp>
        <p:nvSpPr>
          <p:cNvPr id="257" name="Google Shape;257;p28"/>
          <p:cNvSpPr txBox="1">
            <a:spLocks noGrp="1"/>
          </p:cNvSpPr>
          <p:nvPr>
            <p:ph type="subTitle" idx="1"/>
          </p:nvPr>
        </p:nvSpPr>
        <p:spPr>
          <a:xfrm>
            <a:off x="370196" y="4743168"/>
            <a:ext cx="5133600" cy="63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800"/>
              <a:t>Ministrante: </a:t>
            </a:r>
            <a:r>
              <a:rPr lang="pt-BR" sz="2000" b="1">
                <a:solidFill>
                  <a:srgbClr val="B1FCF1"/>
                </a:solidFill>
              </a:rPr>
              <a:t>Zara de Souza </a:t>
            </a:r>
            <a:endParaRPr lang="pt-BR" sz="1800" b="1">
              <a:solidFill>
                <a:srgbClr val="B1FCF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2B5E56-01BD-EA43-5A22-B88D2B765512}"/>
              </a:ext>
            </a:extLst>
          </p:cNvPr>
          <p:cNvSpPr/>
          <p:nvPr/>
        </p:nvSpPr>
        <p:spPr>
          <a:xfrm>
            <a:off x="177800" y="5477933"/>
            <a:ext cx="1549400" cy="1058334"/>
          </a:xfrm>
          <a:prstGeom prst="rect">
            <a:avLst/>
          </a:prstGeom>
          <a:solidFill>
            <a:srgbClr val="0826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257;p28">
            <a:extLst>
              <a:ext uri="{FF2B5EF4-FFF2-40B4-BE49-F238E27FC236}">
                <a16:creationId xmlns:a16="http://schemas.microsoft.com/office/drawing/2014/main" id="{D015FC2B-12E0-460C-0626-4B0066C95A1F}"/>
              </a:ext>
            </a:extLst>
          </p:cNvPr>
          <p:cNvSpPr txBox="1">
            <a:spLocks/>
          </p:cNvSpPr>
          <p:nvPr/>
        </p:nvSpPr>
        <p:spPr>
          <a:xfrm>
            <a:off x="59269" y="6223535"/>
            <a:ext cx="12192000" cy="541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None/>
              <a:defRPr sz="1867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None/>
              <a:defRPr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pt-BR" sz="2400" b="1" kern="0" err="1">
                <a:solidFill>
                  <a:srgbClr val="468783"/>
                </a:solidFill>
              </a:rPr>
              <a:t>LabPol</a:t>
            </a:r>
            <a:r>
              <a:rPr lang="pt-BR" sz="2400" b="1" kern="0">
                <a:solidFill>
                  <a:srgbClr val="468783"/>
                </a:solidFill>
              </a:rPr>
              <a:t> </a:t>
            </a:r>
            <a:r>
              <a:rPr lang="pt-BR" sz="2400" kern="0">
                <a:solidFill>
                  <a:srgbClr val="468783"/>
                </a:solidFill>
              </a:rPr>
              <a:t>| UFSCar 2025</a:t>
            </a:r>
          </a:p>
        </p:txBody>
      </p:sp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7CD88AF-7094-4366-07E5-1C8A482A4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561" y="216104"/>
            <a:ext cx="8703008" cy="870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7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>
            <a:spLocks noGrp="1"/>
          </p:cNvSpPr>
          <p:nvPr>
            <p:ph type="title"/>
          </p:nvPr>
        </p:nvSpPr>
        <p:spPr>
          <a:xfrm>
            <a:off x="426631" y="36125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600"/>
              <a:t>PROGRAMAÇÃO</a:t>
            </a:r>
            <a:endParaRPr sz="360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1"/>
          </p:nvPr>
        </p:nvSpPr>
        <p:spPr>
          <a:xfrm>
            <a:off x="3544941" y="1789559"/>
            <a:ext cx="5141168" cy="46255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600" b="0" dirty="0"/>
              <a:t>De</a:t>
            </a:r>
            <a:r>
              <a:rPr lang="en" sz="1600" b="0" dirty="0"/>
              <a:t> que I.A estamos falando?</a:t>
            </a:r>
          </a:p>
          <a:p>
            <a:pPr marL="0" indent="0"/>
            <a:endParaRPr lang="en" sz="1000" b="0" dirty="0"/>
          </a:p>
          <a:p>
            <a:pPr marL="0" indent="0"/>
            <a:r>
              <a:rPr lang="pt-BR" sz="1600" b="0" dirty="0"/>
              <a:t>O que é PNL? Principais conceitos</a:t>
            </a:r>
          </a:p>
          <a:p>
            <a:pPr marL="0" indent="0"/>
            <a:endParaRPr lang="pt-BR" sz="1000" b="0" dirty="0"/>
          </a:p>
          <a:p>
            <a:pPr marL="0" indent="0"/>
            <a:r>
              <a:rPr lang="pt-BR" sz="1600" b="0" dirty="0"/>
              <a:t>Abordagem </a:t>
            </a:r>
            <a:r>
              <a:rPr lang="pt-BR" sz="1600" b="0" dirty="0" err="1"/>
              <a:t>Text</a:t>
            </a:r>
            <a:r>
              <a:rPr lang="pt-BR" sz="1600" b="0" dirty="0"/>
              <a:t> as a Data</a:t>
            </a:r>
          </a:p>
          <a:p>
            <a:pPr marL="0" indent="0"/>
            <a:endParaRPr lang="pt-BR" sz="1000" b="0" dirty="0"/>
          </a:p>
          <a:p>
            <a:pPr marL="0" indent="0" algn="ctr"/>
            <a:r>
              <a:rPr lang="pt-BR" sz="1600" b="0" dirty="0">
                <a:solidFill>
                  <a:srgbClr val="468783"/>
                </a:solidFill>
              </a:rPr>
              <a:t>INTERVALO</a:t>
            </a:r>
          </a:p>
          <a:p>
            <a:pPr marL="0" indent="0"/>
            <a:endParaRPr lang="pt-BR" sz="1600" b="0" dirty="0"/>
          </a:p>
          <a:p>
            <a:pPr marL="0" indent="0"/>
            <a:endParaRPr lang="pt-BR" sz="1600" b="0" dirty="0"/>
          </a:p>
          <a:p>
            <a:pPr marL="0" indent="0"/>
            <a:endParaRPr lang="pt-BR" sz="1600" b="0" dirty="0"/>
          </a:p>
          <a:p>
            <a:pPr marL="0" indent="0"/>
            <a:endParaRPr lang="pt-BR" sz="1600" b="0" dirty="0"/>
          </a:p>
          <a:p>
            <a:pPr marL="0" indent="0"/>
            <a:r>
              <a:rPr lang="pt-BR" sz="1600" b="0" dirty="0"/>
              <a:t>Coletar Proposições Legislativas Via API</a:t>
            </a:r>
          </a:p>
          <a:p>
            <a:pPr marL="0" indent="0"/>
            <a:endParaRPr lang="pt-BR" sz="1000" b="0" dirty="0"/>
          </a:p>
          <a:p>
            <a:pPr marL="0" indent="0"/>
            <a:r>
              <a:rPr lang="pt-BR" sz="1600" b="0" dirty="0"/>
              <a:t>Preparar Texto</a:t>
            </a:r>
          </a:p>
          <a:p>
            <a:pPr marL="0" indent="0"/>
            <a:endParaRPr lang="pt-BR" sz="1000" b="0" dirty="0"/>
          </a:p>
          <a:p>
            <a:pPr marL="0" indent="0"/>
            <a:r>
              <a:rPr lang="pt-BR" sz="1600" b="0" dirty="0"/>
              <a:t>Classificar Tema e Sentimento</a:t>
            </a:r>
          </a:p>
          <a:p>
            <a:pPr marL="0" indent="0"/>
            <a:endParaRPr lang="pt-BR" sz="1000" b="0" dirty="0"/>
          </a:p>
          <a:p>
            <a:pPr marL="0" indent="0"/>
            <a:r>
              <a:rPr lang="pt-BR" sz="1600" b="0" dirty="0"/>
              <a:t>Contar/Visualizar</a:t>
            </a:r>
            <a:endParaRPr sz="1600" b="0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B649969-7AEE-2B63-2D99-9AA574B83BE7}"/>
              </a:ext>
            </a:extLst>
          </p:cNvPr>
          <p:cNvSpPr txBox="1">
            <a:spLocks/>
          </p:cNvSpPr>
          <p:nvPr/>
        </p:nvSpPr>
        <p:spPr>
          <a:xfrm>
            <a:off x="304831" y="8168391"/>
            <a:ext cx="10515600" cy="1684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800"/>
              <a:t>Parte Teórica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/>
              <a:t>De que IA estamos falando?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/>
              <a:t>Introdução à Inteligência Artificial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/>
              <a:t>O que é PNL</a:t>
            </a:r>
          </a:p>
          <a:p>
            <a:r>
              <a:rPr lang="pt-BR" sz="1800" b="1">
                <a:highlight>
                  <a:srgbClr val="FFFF00"/>
                </a:highlight>
              </a:rPr>
              <a:t>(VAI TER MAIS TÓPICOS)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E09BD12-27CE-9157-0B4C-497DBA6F90B9}"/>
              </a:ext>
            </a:extLst>
          </p:cNvPr>
          <p:cNvSpPr txBox="1">
            <a:spLocks/>
          </p:cNvSpPr>
          <p:nvPr/>
        </p:nvSpPr>
        <p:spPr>
          <a:xfrm>
            <a:off x="304831" y="104445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Parte Prática</a:t>
            </a:r>
          </a:p>
          <a:p>
            <a:r>
              <a:rPr lang="pt-BR"/>
              <a:t>• Coletar proposições legislativas via API </a:t>
            </a:r>
          </a:p>
          <a:p>
            <a:r>
              <a:rPr lang="pt-BR"/>
              <a:t>• Preparar texto </a:t>
            </a:r>
          </a:p>
          <a:p>
            <a:r>
              <a:rPr lang="pt-BR"/>
              <a:t>• Classificar tema e sentimento </a:t>
            </a:r>
          </a:p>
          <a:p>
            <a:r>
              <a:rPr lang="pt-BR"/>
              <a:t>• Contar/visualizar.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267CA96-6571-D434-FCC4-336F0745A0E6}"/>
              </a:ext>
            </a:extLst>
          </p:cNvPr>
          <p:cNvSpPr txBox="1">
            <a:spLocks/>
          </p:cNvSpPr>
          <p:nvPr/>
        </p:nvSpPr>
        <p:spPr>
          <a:xfrm>
            <a:off x="304831" y="9631606"/>
            <a:ext cx="10515600" cy="671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  <a:lvl1pPr>
              <a:lnSpc>
                <a:spcPct val="90000"/>
              </a:lnSpc>
              <a:spcBef>
                <a:spcPct val="0"/>
              </a:spcBef>
              <a:buNone/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pt-BR"/>
              <a:t>Intervalo – 20min</a:t>
            </a:r>
          </a:p>
        </p:txBody>
      </p:sp>
      <p:sp>
        <p:nvSpPr>
          <p:cNvPr id="6" name="Google Shape;291;p30">
            <a:extLst>
              <a:ext uri="{FF2B5EF4-FFF2-40B4-BE49-F238E27FC236}">
                <a16:creationId xmlns:a16="http://schemas.microsoft.com/office/drawing/2014/main" id="{D4210DA8-A59C-8133-293D-FEE70CA1ABF5}"/>
              </a:ext>
            </a:extLst>
          </p:cNvPr>
          <p:cNvSpPr txBox="1">
            <a:spLocks/>
          </p:cNvSpPr>
          <p:nvPr/>
        </p:nvSpPr>
        <p:spPr>
          <a:xfrm>
            <a:off x="-1" y="1150796"/>
            <a:ext cx="12191997" cy="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ctr"/>
            <a:r>
              <a:rPr lang="pt-BR" b="0" kern="0">
                <a:solidFill>
                  <a:srgbClr val="B1FCF1"/>
                </a:solidFill>
              </a:rPr>
              <a:t>PARTE TEÓRICA</a:t>
            </a:r>
          </a:p>
        </p:txBody>
      </p:sp>
      <p:cxnSp>
        <p:nvCxnSpPr>
          <p:cNvPr id="21" name="Google Shape;297;p30">
            <a:extLst>
              <a:ext uri="{FF2B5EF4-FFF2-40B4-BE49-F238E27FC236}">
                <a16:creationId xmlns:a16="http://schemas.microsoft.com/office/drawing/2014/main" id="{4B70D17D-3200-9E8C-FE61-A0584D857306}"/>
              </a:ext>
            </a:extLst>
          </p:cNvPr>
          <p:cNvCxnSpPr>
            <a:cxnSpLocks/>
          </p:cNvCxnSpPr>
          <p:nvPr/>
        </p:nvCxnSpPr>
        <p:spPr>
          <a:xfrm>
            <a:off x="3466841" y="2008676"/>
            <a:ext cx="0" cy="360418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A64FE23A-24A2-8655-4F23-C21098761B4E}"/>
              </a:ext>
            </a:extLst>
          </p:cNvPr>
          <p:cNvSpPr/>
          <p:nvPr/>
        </p:nvSpPr>
        <p:spPr>
          <a:xfrm>
            <a:off x="3427788" y="1969623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507A86CD-93D2-9F5D-45D7-D13086D8108C}"/>
              </a:ext>
            </a:extLst>
          </p:cNvPr>
          <p:cNvSpPr/>
          <p:nvPr/>
        </p:nvSpPr>
        <p:spPr>
          <a:xfrm>
            <a:off x="3427788" y="2782629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68018B2-3EC1-CDB1-017E-F2334B8AC873}"/>
              </a:ext>
            </a:extLst>
          </p:cNvPr>
          <p:cNvSpPr/>
          <p:nvPr/>
        </p:nvSpPr>
        <p:spPr>
          <a:xfrm>
            <a:off x="3427787" y="3192193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632E137-A3FC-33C8-CC36-CB5D1135A4B6}"/>
              </a:ext>
            </a:extLst>
          </p:cNvPr>
          <p:cNvSpPr/>
          <p:nvPr/>
        </p:nvSpPr>
        <p:spPr>
          <a:xfrm>
            <a:off x="3427786" y="2386072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3186CE74-3AC3-87C5-2DBB-741794A31678}"/>
              </a:ext>
            </a:extLst>
          </p:cNvPr>
          <p:cNvSpPr/>
          <p:nvPr/>
        </p:nvSpPr>
        <p:spPr>
          <a:xfrm>
            <a:off x="3427785" y="4392771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457E9339-88E9-FB22-B721-F5602D434167}"/>
              </a:ext>
            </a:extLst>
          </p:cNvPr>
          <p:cNvSpPr/>
          <p:nvPr/>
        </p:nvSpPr>
        <p:spPr>
          <a:xfrm>
            <a:off x="3427784" y="4788145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751EAA29-F31E-6A26-5A9E-8913687D5C52}"/>
              </a:ext>
            </a:extLst>
          </p:cNvPr>
          <p:cNvSpPr/>
          <p:nvPr/>
        </p:nvSpPr>
        <p:spPr>
          <a:xfrm>
            <a:off x="3427783" y="5187890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Google Shape;291;p30">
            <a:extLst>
              <a:ext uri="{FF2B5EF4-FFF2-40B4-BE49-F238E27FC236}">
                <a16:creationId xmlns:a16="http://schemas.microsoft.com/office/drawing/2014/main" id="{0C613C4D-B925-BFD5-C46C-886126FB6298}"/>
              </a:ext>
            </a:extLst>
          </p:cNvPr>
          <p:cNvSpPr txBox="1">
            <a:spLocks/>
          </p:cNvSpPr>
          <p:nvPr/>
        </p:nvSpPr>
        <p:spPr>
          <a:xfrm>
            <a:off x="-2" y="3616543"/>
            <a:ext cx="12191997" cy="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ctr"/>
            <a:r>
              <a:rPr lang="pt-BR" b="0" kern="0">
                <a:solidFill>
                  <a:srgbClr val="B1FCF1"/>
                </a:solidFill>
              </a:rPr>
              <a:t>PARTE PRÁTICA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CB5ED1D9-4DBE-5450-209E-48492388ABCD}"/>
              </a:ext>
            </a:extLst>
          </p:cNvPr>
          <p:cNvSpPr/>
          <p:nvPr/>
        </p:nvSpPr>
        <p:spPr>
          <a:xfrm>
            <a:off x="3427782" y="5573808"/>
            <a:ext cx="78105" cy="78105"/>
          </a:xfrm>
          <a:prstGeom prst="ellipse">
            <a:avLst/>
          </a:prstGeom>
          <a:solidFill>
            <a:srgbClr val="B1FCF1"/>
          </a:solidFill>
          <a:ln>
            <a:solidFill>
              <a:srgbClr val="B1FC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43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250D42E0-56D4-5C38-C285-7A2B05317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6">
            <a:extLst>
              <a:ext uri="{FF2B5EF4-FFF2-40B4-BE49-F238E27FC236}">
                <a16:creationId xmlns:a16="http://schemas.microsoft.com/office/drawing/2014/main" id="{71036C32-2E07-400C-2708-555812162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/>
              <a:t>RODADA DE APRESENTAÇÃO</a:t>
            </a:r>
            <a:endParaRPr/>
          </a:p>
        </p:txBody>
      </p: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6919D218-24C3-BB8F-E3E2-E93A10942B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9999" y="1955399"/>
            <a:ext cx="5922063" cy="357912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sz="2400"/>
              <a:t>Abra o microfone e compartilhe:</a:t>
            </a:r>
          </a:p>
          <a:p>
            <a:pPr marL="0" indent="0"/>
            <a:endParaRPr lang="en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/>
              <a:t>Seu nome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/>
              <a:t>Curso/programa de pós-graduação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/>
              <a:t>Tema de pesquisa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" sz="2400"/>
              <a:t>Conhecimento em análise de dados</a:t>
            </a:r>
          </a:p>
        </p:txBody>
      </p:sp>
      <p:pic>
        <p:nvPicPr>
          <p:cNvPr id="11" name="Imagem 10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C9D46AF2-0283-774E-981F-2E0D0C0D9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036" y="408070"/>
            <a:ext cx="6041859" cy="604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5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>
            <a:spLocks noGrp="1"/>
          </p:cNvSpPr>
          <p:nvPr>
            <p:ph type="title"/>
          </p:nvPr>
        </p:nvSpPr>
        <p:spPr>
          <a:xfrm>
            <a:off x="960000" y="25808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000" b="0" dirty="0"/>
              <a:t>Introdução à Inteligência Artificial</a:t>
            </a:r>
            <a:br>
              <a:rPr lang="pt-BR" sz="2000" b="0" dirty="0"/>
            </a:br>
            <a:r>
              <a:rPr lang="pt-BR" sz="3600" dirty="0">
                <a:solidFill>
                  <a:srgbClr val="B1FCF1"/>
                </a:solidFill>
              </a:rPr>
              <a:t>De que IA estamos falando?</a:t>
            </a:r>
            <a:endParaRPr lang="pt-BR" dirty="0">
              <a:solidFill>
                <a:srgbClr val="B1FCF1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110D30-5712-E000-292A-D465CBBEE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000" y="1773400"/>
            <a:ext cx="9982320" cy="3834920"/>
          </a:xfrm>
        </p:spPr>
        <p:txBody>
          <a:bodyPr/>
          <a:lstStyle/>
          <a:p>
            <a:pPr marL="488950" indent="-285750" algn="just">
              <a:buClr>
                <a:srgbClr val="B1FCF1"/>
              </a:buClr>
              <a:buSzPct val="110000"/>
            </a:pPr>
            <a:r>
              <a:rPr lang="pt-BR" sz="1800" b="1">
                <a:solidFill>
                  <a:srgbClr val="B1FCF1"/>
                </a:solidFill>
              </a:rPr>
              <a:t>Não é ChatGPT/conversação geral: </a:t>
            </a:r>
            <a:r>
              <a:rPr lang="pt-BR" sz="1800"/>
              <a:t>Nosso foco não é “perguntar a um </a:t>
            </a:r>
            <a:r>
              <a:rPr lang="pt-BR" sz="1800" err="1"/>
              <a:t>chatbot</a:t>
            </a:r>
            <a:r>
              <a:rPr lang="pt-BR" sz="1800"/>
              <a:t> o que ele acha” de um projeto de lei.</a:t>
            </a:r>
          </a:p>
          <a:p>
            <a:pPr marL="488950" indent="-285750" algn="just">
              <a:buClr>
                <a:srgbClr val="B1FCF1"/>
              </a:buClr>
              <a:buSzPct val="110000"/>
            </a:pPr>
            <a:endParaRPr lang="pt-BR" sz="1800"/>
          </a:p>
          <a:p>
            <a:pPr marL="488950" indent="-285750" algn="just">
              <a:buClr>
                <a:srgbClr val="B1FCF1"/>
              </a:buClr>
              <a:buSzPct val="110000"/>
            </a:pPr>
            <a:r>
              <a:rPr lang="pt-BR" sz="1800" b="1">
                <a:solidFill>
                  <a:srgbClr val="B1FCF1"/>
                </a:solidFill>
              </a:rPr>
              <a:t>É IA aplicada a texto (PLN) para análise reprodutível: </a:t>
            </a:r>
            <a:r>
              <a:rPr lang="pt-BR" sz="1800"/>
              <a:t>Transformar ementas/inteiros teores em dados estruturados e métricas.</a:t>
            </a:r>
          </a:p>
          <a:p>
            <a:pPr marL="488950" indent="-285750" algn="just">
              <a:buClr>
                <a:srgbClr val="B1FCF1"/>
              </a:buClr>
              <a:buSzPct val="110000"/>
            </a:pPr>
            <a:endParaRPr lang="pt-BR" sz="1800"/>
          </a:p>
          <a:p>
            <a:pPr marL="488950" indent="-285750" algn="just">
              <a:buClr>
                <a:srgbClr val="B1FCF1"/>
              </a:buClr>
              <a:buSzPct val="110000"/>
            </a:pPr>
            <a:r>
              <a:rPr lang="pt-BR" sz="1800" b="1">
                <a:solidFill>
                  <a:srgbClr val="B1FCF1"/>
                </a:solidFill>
              </a:rPr>
              <a:t>Escopo: “IA estreita” (</a:t>
            </a:r>
            <a:r>
              <a:rPr lang="pt-BR" sz="1800" b="1" err="1">
                <a:solidFill>
                  <a:srgbClr val="B1FCF1"/>
                </a:solidFill>
              </a:rPr>
              <a:t>narrow</a:t>
            </a:r>
            <a:r>
              <a:rPr lang="pt-BR" sz="1800" b="1">
                <a:solidFill>
                  <a:srgbClr val="B1FCF1"/>
                </a:solidFill>
              </a:rPr>
              <a:t> AI) para tarefas específicas: </a:t>
            </a:r>
            <a:r>
              <a:rPr lang="pt-BR" sz="1800"/>
              <a:t>Buscar, limpar, classificar, rotular e agregar textos com regras e modelos simples.</a:t>
            </a:r>
          </a:p>
          <a:p>
            <a:pPr marL="488950" indent="-285750" algn="just">
              <a:buClr>
                <a:srgbClr val="B1FCF1"/>
              </a:buClr>
              <a:buSzPct val="110000"/>
            </a:pPr>
            <a:endParaRPr lang="pt-BR" sz="1800"/>
          </a:p>
          <a:p>
            <a:pPr marL="488950" indent="-285750" algn="just">
              <a:buClr>
                <a:srgbClr val="B1FCF1"/>
              </a:buClr>
              <a:buSzPct val="110000"/>
            </a:pPr>
            <a:r>
              <a:rPr lang="pt-BR" sz="1800" b="1">
                <a:solidFill>
                  <a:srgbClr val="B1FCF1"/>
                </a:solidFill>
              </a:rPr>
              <a:t>Ferramental: </a:t>
            </a:r>
            <a:r>
              <a:rPr lang="pt-BR" sz="1800"/>
              <a:t>APIs da Câmara dos Deputados + Python (ou R) + modelos </a:t>
            </a:r>
            <a:r>
              <a:rPr lang="pt-BR" sz="1800" err="1"/>
              <a:t>pré</a:t>
            </a:r>
            <a:r>
              <a:rPr lang="pt-BR" sz="1800"/>
              <a:t>-treinados. </a:t>
            </a:r>
            <a:r>
              <a:rPr lang="pt-BR" sz="1800" b="1"/>
              <a:t>Ex.: </a:t>
            </a:r>
            <a:r>
              <a:rPr lang="pt-BR" sz="1800"/>
              <a:t>análise de sentimento, dicionários/</a:t>
            </a:r>
            <a:r>
              <a:rPr lang="pt-BR" sz="1800" err="1"/>
              <a:t>keywords</a:t>
            </a:r>
            <a:r>
              <a:rPr lang="pt-BR" sz="1800"/>
              <a:t>, classificadores básicos.</a:t>
            </a:r>
          </a:p>
          <a:p>
            <a:pPr algn="just"/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1101431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 txBox="1">
            <a:spLocks noGrp="1"/>
          </p:cNvSpPr>
          <p:nvPr>
            <p:ph type="subTitle" idx="2"/>
          </p:nvPr>
        </p:nvSpPr>
        <p:spPr>
          <a:xfrm>
            <a:off x="1440668" y="2532876"/>
            <a:ext cx="4041660" cy="222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 defTabSz="266700"/>
            <a:r>
              <a:rPr lang="pt-BR"/>
              <a:t>	Conjunto de técnicas para executar tarefas “inteligentes” (classificar, prever, decidir, entender linguagem).</a:t>
            </a:r>
          </a:p>
          <a:p>
            <a:pPr marL="0" indent="0" algn="just"/>
            <a:endParaRPr lang="pt-BR" sz="500"/>
          </a:p>
          <a:p>
            <a:pPr marL="0" indent="0" algn="just"/>
            <a:r>
              <a:rPr lang="pt-BR" b="1"/>
              <a:t>Raízes: </a:t>
            </a:r>
            <a:r>
              <a:rPr lang="pt-BR"/>
              <a:t>lógica/estatística do início do séc. XX; campo formalizado em 1956 (Conferência de Dartmouth).</a:t>
            </a:r>
          </a:p>
          <a:p>
            <a:pPr marL="0" indent="0" algn="just"/>
            <a:endParaRPr lang="pt-BR" sz="500"/>
          </a:p>
          <a:p>
            <a:pPr marL="0" indent="0" algn="just"/>
            <a:r>
              <a:rPr lang="pt-BR" b="1"/>
              <a:t>Ondas: </a:t>
            </a:r>
          </a:p>
          <a:p>
            <a:pPr marL="0" indent="0" algn="just"/>
            <a:endParaRPr lang="pt-BR" sz="500"/>
          </a:p>
          <a:p>
            <a:pPr marL="0" indent="0" algn="ctr"/>
            <a:r>
              <a:rPr lang="pt-BR">
                <a:solidFill>
                  <a:srgbClr val="B1FCF1"/>
                </a:solidFill>
              </a:rPr>
              <a:t>regras/sistemas-especialistas</a:t>
            </a:r>
            <a:r>
              <a:rPr lang="pt-BR"/>
              <a:t> → </a:t>
            </a:r>
          </a:p>
          <a:p>
            <a:pPr marL="0" indent="0" algn="ctr"/>
            <a:r>
              <a:rPr lang="pt-BR">
                <a:solidFill>
                  <a:srgbClr val="B1FCF1"/>
                </a:solidFill>
              </a:rPr>
              <a:t>aprendizado de máquina </a:t>
            </a:r>
            <a:r>
              <a:rPr lang="pt-BR"/>
              <a:t>→ </a:t>
            </a:r>
            <a:r>
              <a:rPr lang="pt-BR" err="1">
                <a:solidFill>
                  <a:srgbClr val="B1FCF1"/>
                </a:solidFill>
              </a:rPr>
              <a:t>deep</a:t>
            </a:r>
            <a:r>
              <a:rPr lang="pt-BR">
                <a:solidFill>
                  <a:srgbClr val="B1FCF1"/>
                </a:solidFill>
              </a:rPr>
              <a:t> learning</a:t>
            </a:r>
            <a:endParaRPr lang="pt-BR"/>
          </a:p>
          <a:p>
            <a:pPr marL="0" indent="0" algn="just"/>
            <a:endParaRPr lang="pt-BR"/>
          </a:p>
          <a:p>
            <a:pPr marL="0" indent="0" algn="ctr"/>
            <a:r>
              <a:rPr lang="pt-BR" sz="1800"/>
              <a:t>Exemplos de I.A “não-generativa”</a:t>
            </a:r>
          </a:p>
          <a:p>
            <a:pPr marL="0" indent="0" algn="ctr"/>
            <a:endParaRPr lang="pt-BR" sz="500"/>
          </a:p>
          <a:p>
            <a:pPr marL="0" indent="266700" algn="just"/>
            <a:r>
              <a:rPr lang="pt-BR"/>
              <a:t>Filtro de spam, algoritmo de recomendação, detecção de fraude, reconhecimento de fala/face, previsão de risco, ranqueamento de busca.</a:t>
            </a:r>
          </a:p>
        </p:txBody>
      </p:sp>
      <p:grpSp>
        <p:nvGrpSpPr>
          <p:cNvPr id="361" name="Google Shape;361;p33"/>
          <p:cNvGrpSpPr/>
          <p:nvPr/>
        </p:nvGrpSpPr>
        <p:grpSpPr>
          <a:xfrm rot="-5400000" flipH="1">
            <a:off x="8534665" y="2094299"/>
            <a:ext cx="5514936" cy="1811933"/>
            <a:chOff x="1687097" y="3455287"/>
            <a:chExt cx="4136202" cy="1358950"/>
          </a:xfrm>
        </p:grpSpPr>
        <p:pic>
          <p:nvPicPr>
            <p:cNvPr id="362" name="Google Shape;362;p33"/>
            <p:cNvPicPr preferRelativeResize="0"/>
            <p:nvPr/>
          </p:nvPicPr>
          <p:blipFill rotWithShape="1">
            <a:blip r:embed="rId3">
              <a:alphaModFix/>
            </a:blip>
            <a:srcRect l="12712" t="71534" r="15345" b="4828"/>
            <a:stretch/>
          </p:blipFill>
          <p:spPr>
            <a:xfrm rot="10800000">
              <a:off x="1687097" y="3455287"/>
              <a:ext cx="4136202" cy="135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10499835">
              <a:off x="4586788" y="4112607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95400" y="3869276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5" name="Google Shape;365;p3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10499835">
              <a:off x="2390463" y="4405520"/>
              <a:ext cx="387977" cy="3879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65C67E-79BE-BCAB-5EB5-0B97A8E4416E}"/>
              </a:ext>
            </a:extLst>
          </p:cNvPr>
          <p:cNvSpPr txBox="1"/>
          <p:nvPr/>
        </p:nvSpPr>
        <p:spPr>
          <a:xfrm>
            <a:off x="1467708" y="5887491"/>
            <a:ext cx="40146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b="1">
                <a:solidFill>
                  <a:srgbClr val="B1FCF1"/>
                </a:solidFill>
              </a:rPr>
              <a:t>Para este curso</a:t>
            </a:r>
          </a:p>
          <a:p>
            <a:pPr algn="just"/>
            <a:r>
              <a:rPr lang="pt-BR" sz="1200"/>
              <a:t>Foco em </a:t>
            </a:r>
            <a:r>
              <a:rPr lang="pt-BR" sz="1200" b="1">
                <a:solidFill>
                  <a:srgbClr val="B1FCF1"/>
                </a:solidFill>
              </a:rPr>
              <a:t>IA aplicada a texto (PLN)</a:t>
            </a:r>
            <a:r>
              <a:rPr lang="pt-BR" sz="1200">
                <a:solidFill>
                  <a:srgbClr val="B1FCF1"/>
                </a:solidFill>
              </a:rPr>
              <a:t> </a:t>
            </a:r>
            <a:r>
              <a:rPr lang="pt-BR" sz="1200"/>
              <a:t>para </a:t>
            </a:r>
            <a:r>
              <a:rPr lang="pt-BR" sz="1200" i="1"/>
              <a:t>buscar, rotular e analisar</a:t>
            </a:r>
            <a:r>
              <a:rPr lang="pt-BR" sz="1200"/>
              <a:t> proposições; </a:t>
            </a:r>
            <a:r>
              <a:rPr lang="pt-BR" sz="1200" err="1"/>
              <a:t>GenAI</a:t>
            </a:r>
            <a:r>
              <a:rPr lang="pt-BR" sz="1200"/>
              <a:t> aparece apenas como </a:t>
            </a:r>
            <a:r>
              <a:rPr lang="pt-BR" sz="1200" b="1">
                <a:solidFill>
                  <a:srgbClr val="B1FCF1"/>
                </a:solidFill>
              </a:rPr>
              <a:t>contexto</a:t>
            </a:r>
            <a:r>
              <a:rPr lang="pt-BR" sz="1200"/>
              <a:t>.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99CF0C7-E88A-621D-144D-D69CEC51C6FB}"/>
              </a:ext>
            </a:extLst>
          </p:cNvPr>
          <p:cNvSpPr/>
          <p:nvPr/>
        </p:nvSpPr>
        <p:spPr>
          <a:xfrm>
            <a:off x="1440673" y="1605810"/>
            <a:ext cx="4041660" cy="5128591"/>
          </a:xfrm>
          <a:custGeom>
            <a:avLst/>
            <a:gdLst>
              <a:gd name="connsiteX0" fmla="*/ 1073426 w 3627783"/>
              <a:gd name="connsiteY0" fmla="*/ 4273826 h 5128591"/>
              <a:gd name="connsiteX1" fmla="*/ 3627783 w 3627783"/>
              <a:gd name="connsiteY1" fmla="*/ 4273826 h 5128591"/>
              <a:gd name="connsiteX2" fmla="*/ 3627783 w 3627783"/>
              <a:gd name="connsiteY2" fmla="*/ 735496 h 5128591"/>
              <a:gd name="connsiteX3" fmla="*/ 2892287 w 3627783"/>
              <a:gd name="connsiteY3" fmla="*/ 0 h 5128591"/>
              <a:gd name="connsiteX4" fmla="*/ 0 w 3627783"/>
              <a:gd name="connsiteY4" fmla="*/ 0 h 5128591"/>
              <a:gd name="connsiteX5" fmla="*/ 0 w 3627783"/>
              <a:gd name="connsiteY5" fmla="*/ 5128591 h 5128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7783" h="5128591">
                <a:moveTo>
                  <a:pt x="1073426" y="4273826"/>
                </a:moveTo>
                <a:lnTo>
                  <a:pt x="3627783" y="4273826"/>
                </a:lnTo>
                <a:lnTo>
                  <a:pt x="3627783" y="735496"/>
                </a:lnTo>
                <a:lnTo>
                  <a:pt x="2892287" y="0"/>
                </a:lnTo>
                <a:lnTo>
                  <a:pt x="0" y="0"/>
                </a:lnTo>
                <a:lnTo>
                  <a:pt x="0" y="5128591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1683E16C-35B3-36BE-D0BE-505750666ACE}"/>
              </a:ext>
            </a:extLst>
          </p:cNvPr>
          <p:cNvSpPr/>
          <p:nvPr/>
        </p:nvSpPr>
        <p:spPr>
          <a:xfrm>
            <a:off x="975462" y="1283129"/>
            <a:ext cx="988095" cy="867841"/>
          </a:xfrm>
          <a:prstGeom prst="ellipse">
            <a:avLst/>
          </a:prstGeom>
          <a:solidFill>
            <a:srgbClr val="0C3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7" name="Google Shape;347;p33"/>
          <p:cNvGrpSpPr/>
          <p:nvPr/>
        </p:nvGrpSpPr>
        <p:grpSpPr>
          <a:xfrm>
            <a:off x="1069725" y="1265512"/>
            <a:ext cx="788713" cy="788718"/>
            <a:chOff x="986763" y="1654224"/>
            <a:chExt cx="342131" cy="342131"/>
          </a:xfrm>
        </p:grpSpPr>
        <p:sp>
          <p:nvSpPr>
            <p:cNvPr id="348" name="Google Shape;348;p33"/>
            <p:cNvSpPr/>
            <p:nvPr/>
          </p:nvSpPr>
          <p:spPr>
            <a:xfrm>
              <a:off x="1052657" y="1727260"/>
              <a:ext cx="75632" cy="104847"/>
            </a:xfrm>
            <a:custGeom>
              <a:avLst/>
              <a:gdLst/>
              <a:ahLst/>
              <a:cxnLst/>
              <a:rect l="l" t="t" r="r" b="b"/>
              <a:pathLst>
                <a:path w="233" h="323" extrusionOk="0">
                  <a:moveTo>
                    <a:pt x="205" y="1"/>
                  </a:moveTo>
                  <a:cubicBezTo>
                    <a:pt x="145" y="25"/>
                    <a:pt x="94" y="65"/>
                    <a:pt x="57" y="118"/>
                  </a:cubicBezTo>
                  <a:cubicBezTo>
                    <a:pt x="20" y="172"/>
                    <a:pt x="0" y="236"/>
                    <a:pt x="0" y="302"/>
                  </a:cubicBezTo>
                  <a:cubicBezTo>
                    <a:pt x="0" y="313"/>
                    <a:pt x="9" y="323"/>
                    <a:pt x="21" y="323"/>
                  </a:cubicBezTo>
                  <a:cubicBezTo>
                    <a:pt x="32" y="323"/>
                    <a:pt x="41" y="313"/>
                    <a:pt x="41" y="302"/>
                  </a:cubicBezTo>
                  <a:cubicBezTo>
                    <a:pt x="41" y="185"/>
                    <a:pt x="111" y="82"/>
                    <a:pt x="220" y="39"/>
                  </a:cubicBezTo>
                  <a:cubicBezTo>
                    <a:pt x="231" y="35"/>
                    <a:pt x="236" y="23"/>
                    <a:pt x="232" y="13"/>
                  </a:cubicBezTo>
                  <a:cubicBezTo>
                    <a:pt x="227" y="2"/>
                    <a:pt x="215" y="-3"/>
                    <a:pt x="2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1106866" y="1774652"/>
              <a:ext cx="101601" cy="101601"/>
            </a:xfrm>
            <a:custGeom>
              <a:avLst/>
              <a:gdLst/>
              <a:ahLst/>
              <a:cxnLst/>
              <a:rect l="l" t="t" r="r" b="b"/>
              <a:pathLst>
                <a:path w="313" h="313" extrusionOk="0">
                  <a:moveTo>
                    <a:pt x="292" y="136"/>
                  </a:moveTo>
                  <a:cubicBezTo>
                    <a:pt x="281" y="136"/>
                    <a:pt x="272" y="145"/>
                    <a:pt x="272" y="156"/>
                  </a:cubicBezTo>
                  <a:cubicBezTo>
                    <a:pt x="272" y="220"/>
                    <a:pt x="219" y="272"/>
                    <a:pt x="156" y="272"/>
                  </a:cubicBezTo>
                  <a:cubicBezTo>
                    <a:pt x="92" y="272"/>
                    <a:pt x="41" y="219"/>
                    <a:pt x="41" y="156"/>
                  </a:cubicBezTo>
                  <a:cubicBezTo>
                    <a:pt x="41" y="92"/>
                    <a:pt x="93" y="41"/>
                    <a:pt x="156" y="41"/>
                  </a:cubicBezTo>
                  <a:cubicBezTo>
                    <a:pt x="168" y="41"/>
                    <a:pt x="177" y="31"/>
                    <a:pt x="177" y="20"/>
                  </a:cubicBezTo>
                  <a:cubicBezTo>
                    <a:pt x="177" y="8"/>
                    <a:pt x="168" y="0"/>
                    <a:pt x="156" y="0"/>
                  </a:cubicBezTo>
                  <a:cubicBezTo>
                    <a:pt x="70" y="0"/>
                    <a:pt x="0" y="69"/>
                    <a:pt x="0" y="156"/>
                  </a:cubicBezTo>
                  <a:cubicBezTo>
                    <a:pt x="0" y="242"/>
                    <a:pt x="69" y="313"/>
                    <a:pt x="156" y="313"/>
                  </a:cubicBezTo>
                  <a:cubicBezTo>
                    <a:pt x="242" y="313"/>
                    <a:pt x="313" y="243"/>
                    <a:pt x="313" y="156"/>
                  </a:cubicBezTo>
                  <a:cubicBezTo>
                    <a:pt x="313" y="145"/>
                    <a:pt x="304" y="136"/>
                    <a:pt x="292" y="1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1219828" y="1818473"/>
              <a:ext cx="13309" cy="13633"/>
            </a:xfrm>
            <a:custGeom>
              <a:avLst/>
              <a:gdLst/>
              <a:ahLst/>
              <a:cxnLst/>
              <a:rect l="l" t="t" r="r" b="b"/>
              <a:pathLst>
                <a:path w="41" h="42" extrusionOk="0">
                  <a:moveTo>
                    <a:pt x="21" y="0"/>
                  </a:moveTo>
                  <a:cubicBezTo>
                    <a:pt x="9" y="0"/>
                    <a:pt x="0" y="9"/>
                    <a:pt x="0" y="20"/>
                  </a:cubicBezTo>
                  <a:lnTo>
                    <a:pt x="0" y="21"/>
                  </a:lnTo>
                  <a:cubicBezTo>
                    <a:pt x="0" y="33"/>
                    <a:pt x="9" y="42"/>
                    <a:pt x="21" y="42"/>
                  </a:cubicBezTo>
                  <a:cubicBezTo>
                    <a:pt x="32" y="42"/>
                    <a:pt x="41" y="33"/>
                    <a:pt x="41" y="21"/>
                  </a:cubicBezTo>
                  <a:lnTo>
                    <a:pt x="41" y="20"/>
                  </a:lnTo>
                  <a:cubicBezTo>
                    <a:pt x="41" y="9"/>
                    <a:pt x="32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1188017" y="1877551"/>
              <a:ext cx="13309" cy="13309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35" y="6"/>
                  </a:moveTo>
                  <a:cubicBezTo>
                    <a:pt x="31" y="2"/>
                    <a:pt x="26" y="0"/>
                    <a:pt x="21" y="0"/>
                  </a:cubicBezTo>
                  <a:cubicBezTo>
                    <a:pt x="15" y="0"/>
                    <a:pt x="10" y="2"/>
                    <a:pt x="6" y="6"/>
                  </a:cubicBezTo>
                  <a:cubicBezTo>
                    <a:pt x="2" y="9"/>
                    <a:pt x="0" y="14"/>
                    <a:pt x="0" y="20"/>
                  </a:cubicBezTo>
                  <a:cubicBezTo>
                    <a:pt x="0" y="25"/>
                    <a:pt x="2" y="31"/>
                    <a:pt x="6" y="35"/>
                  </a:cubicBezTo>
                  <a:cubicBezTo>
                    <a:pt x="10" y="39"/>
                    <a:pt x="15" y="41"/>
                    <a:pt x="21" y="41"/>
                  </a:cubicBezTo>
                  <a:cubicBezTo>
                    <a:pt x="26" y="41"/>
                    <a:pt x="31" y="39"/>
                    <a:pt x="35" y="35"/>
                  </a:cubicBezTo>
                  <a:cubicBezTo>
                    <a:pt x="39" y="31"/>
                    <a:pt x="41" y="25"/>
                    <a:pt x="41" y="20"/>
                  </a:cubicBezTo>
                  <a:cubicBezTo>
                    <a:pt x="41" y="14"/>
                    <a:pt x="39" y="9"/>
                    <a:pt x="35" y="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1215608" y="1877551"/>
              <a:ext cx="113286" cy="64271"/>
            </a:xfrm>
            <a:custGeom>
              <a:avLst/>
              <a:gdLst/>
              <a:ahLst/>
              <a:cxnLst/>
              <a:rect l="l" t="t" r="r" b="b"/>
              <a:pathLst>
                <a:path w="349" h="198" extrusionOk="0">
                  <a:moveTo>
                    <a:pt x="279" y="58"/>
                  </a:moveTo>
                  <a:cubicBezTo>
                    <a:pt x="267" y="58"/>
                    <a:pt x="256" y="61"/>
                    <a:pt x="246" y="67"/>
                  </a:cubicBezTo>
                  <a:lnTo>
                    <a:pt x="185" y="6"/>
                  </a:lnTo>
                  <a:cubicBezTo>
                    <a:pt x="181" y="2"/>
                    <a:pt x="176" y="0"/>
                    <a:pt x="170" y="0"/>
                  </a:cubicBezTo>
                  <a:lnTo>
                    <a:pt x="20" y="0"/>
                  </a:lnTo>
                  <a:cubicBezTo>
                    <a:pt x="9" y="0"/>
                    <a:pt x="0" y="8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lnTo>
                    <a:pt x="162" y="41"/>
                  </a:lnTo>
                  <a:lnTo>
                    <a:pt x="217" y="96"/>
                  </a:lnTo>
                  <a:cubicBezTo>
                    <a:pt x="212" y="105"/>
                    <a:pt x="209" y="117"/>
                    <a:pt x="209" y="128"/>
                  </a:cubicBezTo>
                  <a:cubicBezTo>
                    <a:pt x="209" y="167"/>
                    <a:pt x="240" y="198"/>
                    <a:pt x="279" y="198"/>
                  </a:cubicBezTo>
                  <a:cubicBezTo>
                    <a:pt x="317" y="198"/>
                    <a:pt x="349" y="167"/>
                    <a:pt x="349" y="128"/>
                  </a:cubicBezTo>
                  <a:cubicBezTo>
                    <a:pt x="349" y="90"/>
                    <a:pt x="317" y="58"/>
                    <a:pt x="279" y="58"/>
                  </a:cubicBezTo>
                  <a:moveTo>
                    <a:pt x="279" y="157"/>
                  </a:moveTo>
                  <a:cubicBezTo>
                    <a:pt x="263" y="157"/>
                    <a:pt x="250" y="144"/>
                    <a:pt x="250" y="128"/>
                  </a:cubicBezTo>
                  <a:cubicBezTo>
                    <a:pt x="250" y="112"/>
                    <a:pt x="263" y="100"/>
                    <a:pt x="279" y="100"/>
                  </a:cubicBezTo>
                  <a:cubicBezTo>
                    <a:pt x="295" y="100"/>
                    <a:pt x="308" y="112"/>
                    <a:pt x="308" y="128"/>
                  </a:cubicBezTo>
                  <a:cubicBezTo>
                    <a:pt x="308" y="144"/>
                    <a:pt x="295" y="157"/>
                    <a:pt x="279" y="1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35033" rIns="120000" bIns="35033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986763" y="1654224"/>
              <a:ext cx="342131" cy="342131"/>
            </a:xfrm>
            <a:custGeom>
              <a:avLst/>
              <a:gdLst/>
              <a:ahLst/>
              <a:cxnLst/>
              <a:rect l="l" t="t" r="r" b="b"/>
              <a:pathLst>
                <a:path w="1054" h="1054" extrusionOk="0">
                  <a:moveTo>
                    <a:pt x="984" y="168"/>
                  </a:moveTo>
                  <a:cubicBezTo>
                    <a:pt x="945" y="168"/>
                    <a:pt x="914" y="199"/>
                    <a:pt x="914" y="238"/>
                  </a:cubicBezTo>
                  <a:cubicBezTo>
                    <a:pt x="914" y="249"/>
                    <a:pt x="917" y="261"/>
                    <a:pt x="922" y="270"/>
                  </a:cubicBezTo>
                  <a:lnTo>
                    <a:pt x="867" y="325"/>
                  </a:lnTo>
                  <a:lnTo>
                    <a:pt x="642" y="325"/>
                  </a:lnTo>
                  <a:cubicBezTo>
                    <a:pt x="613" y="309"/>
                    <a:pt x="581" y="299"/>
                    <a:pt x="547" y="295"/>
                  </a:cubicBezTo>
                  <a:lnTo>
                    <a:pt x="547" y="258"/>
                  </a:lnTo>
                  <a:lnTo>
                    <a:pt x="764" y="258"/>
                  </a:lnTo>
                  <a:cubicBezTo>
                    <a:pt x="772" y="258"/>
                    <a:pt x="779" y="254"/>
                    <a:pt x="782" y="248"/>
                  </a:cubicBezTo>
                  <a:lnTo>
                    <a:pt x="845" y="134"/>
                  </a:lnTo>
                  <a:cubicBezTo>
                    <a:pt x="853" y="138"/>
                    <a:pt x="863" y="140"/>
                    <a:pt x="873" y="140"/>
                  </a:cubicBezTo>
                  <a:cubicBezTo>
                    <a:pt x="911" y="140"/>
                    <a:pt x="943" y="109"/>
                    <a:pt x="943" y="70"/>
                  </a:cubicBezTo>
                  <a:cubicBezTo>
                    <a:pt x="943" y="31"/>
                    <a:pt x="910" y="0"/>
                    <a:pt x="872" y="0"/>
                  </a:cubicBezTo>
                  <a:cubicBezTo>
                    <a:pt x="833" y="0"/>
                    <a:pt x="802" y="31"/>
                    <a:pt x="802" y="70"/>
                  </a:cubicBezTo>
                  <a:cubicBezTo>
                    <a:pt x="802" y="83"/>
                    <a:pt x="806" y="96"/>
                    <a:pt x="813" y="107"/>
                  </a:cubicBezTo>
                  <a:lnTo>
                    <a:pt x="752" y="217"/>
                  </a:lnTo>
                  <a:lnTo>
                    <a:pt x="547" y="217"/>
                  </a:lnTo>
                  <a:lnTo>
                    <a:pt x="547" y="21"/>
                  </a:lnTo>
                  <a:cubicBezTo>
                    <a:pt x="547" y="9"/>
                    <a:pt x="538" y="0"/>
                    <a:pt x="527" y="0"/>
                  </a:cubicBezTo>
                  <a:lnTo>
                    <a:pt x="434" y="0"/>
                  </a:lnTo>
                  <a:cubicBezTo>
                    <a:pt x="423" y="0"/>
                    <a:pt x="414" y="9"/>
                    <a:pt x="414" y="21"/>
                  </a:cubicBezTo>
                  <a:lnTo>
                    <a:pt x="414" y="84"/>
                  </a:lnTo>
                  <a:cubicBezTo>
                    <a:pt x="371" y="95"/>
                    <a:pt x="331" y="112"/>
                    <a:pt x="293" y="134"/>
                  </a:cubicBezTo>
                  <a:lnTo>
                    <a:pt x="248" y="90"/>
                  </a:lnTo>
                  <a:cubicBezTo>
                    <a:pt x="244" y="86"/>
                    <a:pt x="238" y="84"/>
                    <a:pt x="233" y="84"/>
                  </a:cubicBezTo>
                  <a:cubicBezTo>
                    <a:pt x="227" y="84"/>
                    <a:pt x="223" y="86"/>
                    <a:pt x="219" y="90"/>
                  </a:cubicBezTo>
                  <a:lnTo>
                    <a:pt x="89" y="220"/>
                  </a:lnTo>
                  <a:cubicBezTo>
                    <a:pt x="81" y="228"/>
                    <a:pt x="81" y="241"/>
                    <a:pt x="89" y="249"/>
                  </a:cubicBezTo>
                  <a:lnTo>
                    <a:pt x="134" y="294"/>
                  </a:lnTo>
                  <a:cubicBezTo>
                    <a:pt x="111" y="331"/>
                    <a:pt x="94" y="372"/>
                    <a:pt x="84" y="414"/>
                  </a:cubicBezTo>
                  <a:lnTo>
                    <a:pt x="20" y="414"/>
                  </a:lnTo>
                  <a:cubicBezTo>
                    <a:pt x="9" y="414"/>
                    <a:pt x="0" y="424"/>
                    <a:pt x="0" y="435"/>
                  </a:cubicBezTo>
                  <a:lnTo>
                    <a:pt x="0" y="619"/>
                  </a:lnTo>
                  <a:cubicBezTo>
                    <a:pt x="0" y="630"/>
                    <a:pt x="9" y="640"/>
                    <a:pt x="20" y="640"/>
                  </a:cubicBezTo>
                  <a:lnTo>
                    <a:pt x="84" y="640"/>
                  </a:lnTo>
                  <a:cubicBezTo>
                    <a:pt x="94" y="682"/>
                    <a:pt x="111" y="723"/>
                    <a:pt x="134" y="760"/>
                  </a:cubicBezTo>
                  <a:lnTo>
                    <a:pt x="89" y="805"/>
                  </a:lnTo>
                  <a:cubicBezTo>
                    <a:pt x="81" y="813"/>
                    <a:pt x="81" y="826"/>
                    <a:pt x="89" y="834"/>
                  </a:cubicBezTo>
                  <a:lnTo>
                    <a:pt x="219" y="965"/>
                  </a:lnTo>
                  <a:cubicBezTo>
                    <a:pt x="223" y="968"/>
                    <a:pt x="227" y="971"/>
                    <a:pt x="233" y="971"/>
                  </a:cubicBezTo>
                  <a:cubicBezTo>
                    <a:pt x="238" y="971"/>
                    <a:pt x="244" y="968"/>
                    <a:pt x="248" y="965"/>
                  </a:cubicBezTo>
                  <a:lnTo>
                    <a:pt x="293" y="920"/>
                  </a:lnTo>
                  <a:cubicBezTo>
                    <a:pt x="331" y="942"/>
                    <a:pt x="371" y="959"/>
                    <a:pt x="414" y="970"/>
                  </a:cubicBezTo>
                  <a:lnTo>
                    <a:pt x="414" y="1033"/>
                  </a:lnTo>
                  <a:cubicBezTo>
                    <a:pt x="414" y="1045"/>
                    <a:pt x="423" y="1054"/>
                    <a:pt x="434" y="1054"/>
                  </a:cubicBezTo>
                  <a:lnTo>
                    <a:pt x="527" y="1054"/>
                  </a:lnTo>
                  <a:cubicBezTo>
                    <a:pt x="532" y="1054"/>
                    <a:pt x="537" y="1052"/>
                    <a:pt x="541" y="1048"/>
                  </a:cubicBezTo>
                  <a:cubicBezTo>
                    <a:pt x="545" y="1044"/>
                    <a:pt x="547" y="1039"/>
                    <a:pt x="547" y="1033"/>
                  </a:cubicBezTo>
                  <a:lnTo>
                    <a:pt x="547" y="836"/>
                  </a:lnTo>
                  <a:lnTo>
                    <a:pt x="752" y="836"/>
                  </a:lnTo>
                  <a:lnTo>
                    <a:pt x="813" y="947"/>
                  </a:lnTo>
                  <a:cubicBezTo>
                    <a:pt x="806" y="958"/>
                    <a:pt x="802" y="971"/>
                    <a:pt x="802" y="984"/>
                  </a:cubicBezTo>
                  <a:cubicBezTo>
                    <a:pt x="802" y="1023"/>
                    <a:pt x="833" y="1054"/>
                    <a:pt x="872" y="1054"/>
                  </a:cubicBezTo>
                  <a:cubicBezTo>
                    <a:pt x="910" y="1054"/>
                    <a:pt x="942" y="1023"/>
                    <a:pt x="942" y="984"/>
                  </a:cubicBezTo>
                  <a:cubicBezTo>
                    <a:pt x="942" y="945"/>
                    <a:pt x="911" y="914"/>
                    <a:pt x="872" y="914"/>
                  </a:cubicBezTo>
                  <a:cubicBezTo>
                    <a:pt x="863" y="914"/>
                    <a:pt x="853" y="916"/>
                    <a:pt x="845" y="920"/>
                  </a:cubicBezTo>
                  <a:lnTo>
                    <a:pt x="782" y="806"/>
                  </a:lnTo>
                  <a:cubicBezTo>
                    <a:pt x="779" y="799"/>
                    <a:pt x="772" y="795"/>
                    <a:pt x="764" y="795"/>
                  </a:cubicBezTo>
                  <a:lnTo>
                    <a:pt x="547" y="795"/>
                  </a:lnTo>
                  <a:lnTo>
                    <a:pt x="547" y="739"/>
                  </a:lnTo>
                  <a:cubicBezTo>
                    <a:pt x="547" y="728"/>
                    <a:pt x="538" y="719"/>
                    <a:pt x="527" y="719"/>
                  </a:cubicBezTo>
                  <a:cubicBezTo>
                    <a:pt x="421" y="719"/>
                    <a:pt x="335" y="633"/>
                    <a:pt x="335" y="527"/>
                  </a:cubicBezTo>
                  <a:cubicBezTo>
                    <a:pt x="335" y="421"/>
                    <a:pt x="419" y="337"/>
                    <a:pt x="523" y="335"/>
                  </a:cubicBezTo>
                  <a:cubicBezTo>
                    <a:pt x="524" y="336"/>
                    <a:pt x="525" y="336"/>
                    <a:pt x="526" y="336"/>
                  </a:cubicBezTo>
                  <a:cubicBezTo>
                    <a:pt x="606" y="336"/>
                    <a:pt x="678" y="386"/>
                    <a:pt x="706" y="460"/>
                  </a:cubicBezTo>
                  <a:cubicBezTo>
                    <a:pt x="709" y="469"/>
                    <a:pt x="717" y="474"/>
                    <a:pt x="725" y="474"/>
                  </a:cubicBezTo>
                  <a:cubicBezTo>
                    <a:pt x="728" y="474"/>
                    <a:pt x="730" y="473"/>
                    <a:pt x="732" y="473"/>
                  </a:cubicBezTo>
                  <a:cubicBezTo>
                    <a:pt x="743" y="469"/>
                    <a:pt x="749" y="457"/>
                    <a:pt x="745" y="446"/>
                  </a:cubicBezTo>
                  <a:cubicBezTo>
                    <a:pt x="733" y="416"/>
                    <a:pt x="716" y="389"/>
                    <a:pt x="694" y="366"/>
                  </a:cubicBezTo>
                  <a:lnTo>
                    <a:pt x="875" y="366"/>
                  </a:lnTo>
                  <a:cubicBezTo>
                    <a:pt x="881" y="366"/>
                    <a:pt x="886" y="364"/>
                    <a:pt x="890" y="360"/>
                  </a:cubicBezTo>
                  <a:lnTo>
                    <a:pt x="951" y="300"/>
                  </a:lnTo>
                  <a:cubicBezTo>
                    <a:pt x="961" y="305"/>
                    <a:pt x="972" y="308"/>
                    <a:pt x="984" y="308"/>
                  </a:cubicBezTo>
                  <a:cubicBezTo>
                    <a:pt x="1022" y="308"/>
                    <a:pt x="1054" y="276"/>
                    <a:pt x="1054" y="238"/>
                  </a:cubicBezTo>
                  <a:cubicBezTo>
                    <a:pt x="1054" y="199"/>
                    <a:pt x="1022" y="168"/>
                    <a:pt x="984" y="168"/>
                  </a:cubicBezTo>
                  <a:moveTo>
                    <a:pt x="873" y="41"/>
                  </a:moveTo>
                  <a:cubicBezTo>
                    <a:pt x="888" y="41"/>
                    <a:pt x="901" y="54"/>
                    <a:pt x="901" y="70"/>
                  </a:cubicBezTo>
                  <a:cubicBezTo>
                    <a:pt x="901" y="86"/>
                    <a:pt x="888" y="99"/>
                    <a:pt x="873" y="99"/>
                  </a:cubicBezTo>
                  <a:cubicBezTo>
                    <a:pt x="857" y="99"/>
                    <a:pt x="844" y="86"/>
                    <a:pt x="844" y="70"/>
                  </a:cubicBezTo>
                  <a:cubicBezTo>
                    <a:pt x="844" y="54"/>
                    <a:pt x="857" y="41"/>
                    <a:pt x="873" y="41"/>
                  </a:cubicBezTo>
                  <a:moveTo>
                    <a:pt x="873" y="955"/>
                  </a:moveTo>
                  <a:cubicBezTo>
                    <a:pt x="888" y="955"/>
                    <a:pt x="901" y="968"/>
                    <a:pt x="901" y="984"/>
                  </a:cubicBezTo>
                  <a:cubicBezTo>
                    <a:pt x="901" y="1000"/>
                    <a:pt x="888" y="1013"/>
                    <a:pt x="873" y="1013"/>
                  </a:cubicBezTo>
                  <a:cubicBezTo>
                    <a:pt x="857" y="1013"/>
                    <a:pt x="844" y="1000"/>
                    <a:pt x="844" y="984"/>
                  </a:cubicBezTo>
                  <a:cubicBezTo>
                    <a:pt x="844" y="968"/>
                    <a:pt x="857" y="955"/>
                    <a:pt x="873" y="955"/>
                  </a:cubicBezTo>
                  <a:moveTo>
                    <a:pt x="506" y="295"/>
                  </a:moveTo>
                  <a:cubicBezTo>
                    <a:pt x="387" y="305"/>
                    <a:pt x="294" y="405"/>
                    <a:pt x="294" y="527"/>
                  </a:cubicBezTo>
                  <a:cubicBezTo>
                    <a:pt x="294" y="648"/>
                    <a:pt x="387" y="749"/>
                    <a:pt x="506" y="759"/>
                  </a:cubicBezTo>
                  <a:lnTo>
                    <a:pt x="506" y="1013"/>
                  </a:lnTo>
                  <a:lnTo>
                    <a:pt x="455" y="1013"/>
                  </a:lnTo>
                  <a:lnTo>
                    <a:pt x="455" y="953"/>
                  </a:lnTo>
                  <a:cubicBezTo>
                    <a:pt x="455" y="944"/>
                    <a:pt x="448" y="935"/>
                    <a:pt x="439" y="933"/>
                  </a:cubicBezTo>
                  <a:cubicBezTo>
                    <a:pt x="390" y="923"/>
                    <a:pt x="343" y="904"/>
                    <a:pt x="301" y="876"/>
                  </a:cubicBezTo>
                  <a:cubicBezTo>
                    <a:pt x="293" y="871"/>
                    <a:pt x="282" y="872"/>
                    <a:pt x="275" y="879"/>
                  </a:cubicBezTo>
                  <a:lnTo>
                    <a:pt x="233" y="921"/>
                  </a:lnTo>
                  <a:lnTo>
                    <a:pt x="132" y="820"/>
                  </a:lnTo>
                  <a:lnTo>
                    <a:pt x="174" y="778"/>
                  </a:lnTo>
                  <a:cubicBezTo>
                    <a:pt x="181" y="771"/>
                    <a:pt x="182" y="760"/>
                    <a:pt x="177" y="752"/>
                  </a:cubicBezTo>
                  <a:cubicBezTo>
                    <a:pt x="150" y="710"/>
                    <a:pt x="131" y="664"/>
                    <a:pt x="120" y="615"/>
                  </a:cubicBezTo>
                  <a:cubicBezTo>
                    <a:pt x="118" y="605"/>
                    <a:pt x="110" y="599"/>
                    <a:pt x="100" y="599"/>
                  </a:cubicBezTo>
                  <a:lnTo>
                    <a:pt x="41" y="599"/>
                  </a:lnTo>
                  <a:lnTo>
                    <a:pt x="41" y="456"/>
                  </a:lnTo>
                  <a:lnTo>
                    <a:pt x="100" y="456"/>
                  </a:lnTo>
                  <a:cubicBezTo>
                    <a:pt x="110" y="456"/>
                    <a:pt x="118" y="449"/>
                    <a:pt x="120" y="439"/>
                  </a:cubicBezTo>
                  <a:cubicBezTo>
                    <a:pt x="131" y="390"/>
                    <a:pt x="150" y="344"/>
                    <a:pt x="177" y="302"/>
                  </a:cubicBezTo>
                  <a:cubicBezTo>
                    <a:pt x="182" y="294"/>
                    <a:pt x="181" y="283"/>
                    <a:pt x="174" y="276"/>
                  </a:cubicBezTo>
                  <a:lnTo>
                    <a:pt x="132" y="234"/>
                  </a:lnTo>
                  <a:lnTo>
                    <a:pt x="233" y="133"/>
                  </a:lnTo>
                  <a:lnTo>
                    <a:pt x="275" y="175"/>
                  </a:lnTo>
                  <a:cubicBezTo>
                    <a:pt x="282" y="182"/>
                    <a:pt x="293" y="183"/>
                    <a:pt x="301" y="178"/>
                  </a:cubicBezTo>
                  <a:cubicBezTo>
                    <a:pt x="343" y="151"/>
                    <a:pt x="390" y="131"/>
                    <a:pt x="439" y="121"/>
                  </a:cubicBezTo>
                  <a:cubicBezTo>
                    <a:pt x="448" y="119"/>
                    <a:pt x="455" y="110"/>
                    <a:pt x="455" y="101"/>
                  </a:cubicBezTo>
                  <a:lnTo>
                    <a:pt x="455" y="41"/>
                  </a:lnTo>
                  <a:lnTo>
                    <a:pt x="506" y="41"/>
                  </a:lnTo>
                  <a:lnTo>
                    <a:pt x="506" y="295"/>
                  </a:lnTo>
                  <a:moveTo>
                    <a:pt x="984" y="266"/>
                  </a:moveTo>
                  <a:cubicBezTo>
                    <a:pt x="968" y="266"/>
                    <a:pt x="955" y="254"/>
                    <a:pt x="955" y="238"/>
                  </a:cubicBezTo>
                  <a:cubicBezTo>
                    <a:pt x="955" y="222"/>
                    <a:pt x="968" y="209"/>
                    <a:pt x="984" y="209"/>
                  </a:cubicBezTo>
                  <a:cubicBezTo>
                    <a:pt x="1000" y="209"/>
                    <a:pt x="1012" y="222"/>
                    <a:pt x="1012" y="238"/>
                  </a:cubicBezTo>
                  <a:cubicBezTo>
                    <a:pt x="1012" y="254"/>
                    <a:pt x="1000" y="266"/>
                    <a:pt x="984" y="26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1257806" y="1802568"/>
              <a:ext cx="71088" cy="45444"/>
            </a:xfrm>
            <a:custGeom>
              <a:avLst/>
              <a:gdLst/>
              <a:ahLst/>
              <a:cxnLst/>
              <a:rect l="l" t="t" r="r" b="b"/>
              <a:pathLst>
                <a:path w="219" h="140" extrusionOk="0">
                  <a:moveTo>
                    <a:pt x="149" y="0"/>
                  </a:moveTo>
                  <a:cubicBezTo>
                    <a:pt x="117" y="0"/>
                    <a:pt x="91" y="21"/>
                    <a:pt x="82" y="50"/>
                  </a:cubicBezTo>
                  <a:lnTo>
                    <a:pt x="21" y="50"/>
                  </a:lnTo>
                  <a:cubicBezTo>
                    <a:pt x="10" y="50"/>
                    <a:pt x="0" y="58"/>
                    <a:pt x="0" y="70"/>
                  </a:cubicBezTo>
                  <a:cubicBezTo>
                    <a:pt x="0" y="81"/>
                    <a:pt x="10" y="91"/>
                    <a:pt x="21" y="91"/>
                  </a:cubicBezTo>
                  <a:lnTo>
                    <a:pt x="82" y="91"/>
                  </a:lnTo>
                  <a:cubicBezTo>
                    <a:pt x="91" y="119"/>
                    <a:pt x="117" y="140"/>
                    <a:pt x="149" y="140"/>
                  </a:cubicBezTo>
                  <a:cubicBezTo>
                    <a:pt x="187" y="140"/>
                    <a:pt x="219" y="109"/>
                    <a:pt x="219" y="70"/>
                  </a:cubicBezTo>
                  <a:cubicBezTo>
                    <a:pt x="219" y="32"/>
                    <a:pt x="187" y="0"/>
                    <a:pt x="149" y="0"/>
                  </a:cubicBezTo>
                  <a:moveTo>
                    <a:pt x="149" y="99"/>
                  </a:moveTo>
                  <a:cubicBezTo>
                    <a:pt x="133" y="99"/>
                    <a:pt x="120" y="86"/>
                    <a:pt x="120" y="70"/>
                  </a:cubicBezTo>
                  <a:cubicBezTo>
                    <a:pt x="120" y="54"/>
                    <a:pt x="133" y="42"/>
                    <a:pt x="149" y="42"/>
                  </a:cubicBezTo>
                  <a:cubicBezTo>
                    <a:pt x="165" y="42"/>
                    <a:pt x="178" y="54"/>
                    <a:pt x="178" y="70"/>
                  </a:cubicBezTo>
                  <a:cubicBezTo>
                    <a:pt x="178" y="86"/>
                    <a:pt x="165" y="99"/>
                    <a:pt x="149" y="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7200" rIns="120000" bIns="72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6" name="Google Shape;346;p33"/>
          <p:cNvSpPr txBox="1">
            <a:spLocks noGrp="1"/>
          </p:cNvSpPr>
          <p:nvPr>
            <p:ph type="subTitle" idx="3"/>
          </p:nvPr>
        </p:nvSpPr>
        <p:spPr>
          <a:xfrm>
            <a:off x="1568336" y="1929049"/>
            <a:ext cx="3823413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ctr"/>
            <a:r>
              <a:rPr lang="en"/>
              <a:t>I.A </a:t>
            </a:r>
          </a:p>
          <a:p>
            <a:pPr marL="0" indent="0" algn="ctr"/>
            <a:r>
              <a:rPr lang="en" b="0"/>
              <a:t>(Inteligência Artificial)</a:t>
            </a:r>
            <a:endParaRPr b="0"/>
          </a:p>
        </p:txBody>
      </p:sp>
      <p:sp>
        <p:nvSpPr>
          <p:cNvPr id="10" name="Google Shape;345;p33">
            <a:extLst>
              <a:ext uri="{FF2B5EF4-FFF2-40B4-BE49-F238E27FC236}">
                <a16:creationId xmlns:a16="http://schemas.microsoft.com/office/drawing/2014/main" id="{4DFC9AC6-F33C-F9C9-26F3-694F02F72DF2}"/>
              </a:ext>
            </a:extLst>
          </p:cNvPr>
          <p:cNvSpPr txBox="1">
            <a:spLocks/>
          </p:cNvSpPr>
          <p:nvPr/>
        </p:nvSpPr>
        <p:spPr>
          <a:xfrm>
            <a:off x="6554861" y="2595976"/>
            <a:ext cx="4041660" cy="2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266700" algn="just"/>
            <a:r>
              <a:rPr lang="pt-BR" kern="0"/>
              <a:t>Subconjunto da IA que gera conteúdo novo (texto, imagem, áudio, código) aprendendo padrões dos dados.</a:t>
            </a:r>
          </a:p>
          <a:p>
            <a:pPr marL="0" indent="266700"/>
            <a:endParaRPr lang="pt-BR" sz="500" b="1" kern="0"/>
          </a:p>
          <a:p>
            <a:pPr marL="0" indent="0"/>
            <a:r>
              <a:rPr lang="pt-BR" b="1" kern="0"/>
              <a:t>Modelos típicos: </a:t>
            </a:r>
          </a:p>
          <a:p>
            <a:pPr marL="0" indent="0"/>
            <a:r>
              <a:rPr lang="pt-BR" kern="0" err="1"/>
              <a:t>LLMs</a:t>
            </a:r>
            <a:r>
              <a:rPr lang="pt-BR" kern="0"/>
              <a:t> (GPT, </a:t>
            </a:r>
            <a:r>
              <a:rPr lang="pt-BR" kern="0" err="1"/>
              <a:t>Llama</a:t>
            </a:r>
            <a:r>
              <a:rPr lang="pt-BR" kern="0"/>
              <a:t>) e difusão (imagens). ChatGPT é aplicativo de </a:t>
            </a:r>
            <a:r>
              <a:rPr lang="pt-BR" kern="0" err="1"/>
              <a:t>GenAI</a:t>
            </a:r>
            <a:r>
              <a:rPr lang="pt-BR" kern="0"/>
              <a:t> conversacional.</a:t>
            </a:r>
          </a:p>
          <a:p>
            <a:pPr marL="0" indent="0" algn="just"/>
            <a:endParaRPr lang="pt-BR" sz="500" kern="0"/>
          </a:p>
          <a:p>
            <a:pPr marL="0" indent="0" algn="just"/>
            <a:endParaRPr lang="pt-BR" sz="500" kern="0"/>
          </a:p>
          <a:p>
            <a:pPr marL="0" indent="0" algn="just"/>
            <a:endParaRPr lang="pt-BR" sz="500" kern="0"/>
          </a:p>
          <a:p>
            <a:pPr marL="0" indent="0" algn="ctr"/>
            <a:r>
              <a:rPr lang="pt-BR" sz="1600" kern="0"/>
              <a:t>Diferenças práticas</a:t>
            </a:r>
          </a:p>
          <a:p>
            <a:pPr marL="0" indent="0" algn="ctr"/>
            <a:endParaRPr lang="pt-BR" sz="500" kern="0"/>
          </a:p>
          <a:p>
            <a:pPr marL="0" indent="0" algn="just"/>
            <a:r>
              <a:rPr lang="pt-BR" b="1" kern="0"/>
              <a:t>Saída: </a:t>
            </a:r>
          </a:p>
          <a:p>
            <a:pPr marL="0" indent="0" algn="ctr"/>
            <a:r>
              <a:rPr lang="pt-BR" kern="0"/>
              <a:t>IA clássica → </a:t>
            </a:r>
            <a:r>
              <a:rPr lang="pt-BR" kern="0">
                <a:solidFill>
                  <a:srgbClr val="B1FCF1"/>
                </a:solidFill>
              </a:rPr>
              <a:t>decide/classifica </a:t>
            </a:r>
          </a:p>
          <a:p>
            <a:pPr marL="0" indent="0" algn="ctr"/>
            <a:r>
              <a:rPr lang="pt-BR" kern="0" err="1"/>
              <a:t>GenAI</a:t>
            </a:r>
            <a:r>
              <a:rPr lang="pt-BR" kern="0"/>
              <a:t> → </a:t>
            </a:r>
            <a:r>
              <a:rPr lang="pt-BR" kern="0">
                <a:solidFill>
                  <a:srgbClr val="B1FCF1"/>
                </a:solidFill>
              </a:rPr>
              <a:t>gera conteúdo</a:t>
            </a:r>
            <a:endParaRPr lang="pt-BR" kern="0"/>
          </a:p>
          <a:p>
            <a:pPr marL="0" indent="0" algn="just"/>
            <a:endParaRPr lang="pt-BR" sz="500" kern="0"/>
          </a:p>
          <a:p>
            <a:pPr marL="0" indent="0" algn="just"/>
            <a:r>
              <a:rPr lang="pt-BR" b="1" kern="0"/>
              <a:t>Dados: </a:t>
            </a:r>
          </a:p>
          <a:p>
            <a:pPr marL="0" indent="0" algn="ctr"/>
            <a:r>
              <a:rPr lang="pt-BR" kern="0"/>
              <a:t>IA clássica → </a:t>
            </a:r>
            <a:r>
              <a:rPr lang="pt-BR" kern="0">
                <a:solidFill>
                  <a:srgbClr val="B1FCF1"/>
                </a:solidFill>
              </a:rPr>
              <a:t>estruturados/rotulados </a:t>
            </a:r>
          </a:p>
          <a:p>
            <a:pPr marL="0" indent="0" algn="ctr"/>
            <a:r>
              <a:rPr lang="pt-BR" kern="0" err="1"/>
              <a:t>GenAI</a:t>
            </a:r>
            <a:r>
              <a:rPr lang="pt-BR" kern="0"/>
              <a:t> → </a:t>
            </a:r>
            <a:r>
              <a:rPr lang="pt-BR" kern="0">
                <a:solidFill>
                  <a:srgbClr val="B1FCF1"/>
                </a:solidFill>
              </a:rPr>
              <a:t>grandes corpora não-estruturados</a:t>
            </a:r>
          </a:p>
          <a:p>
            <a:pPr marL="0" indent="0" algn="just"/>
            <a:endParaRPr lang="pt-BR" sz="500" kern="0"/>
          </a:p>
          <a:p>
            <a:pPr marL="0" indent="0" algn="just"/>
            <a:r>
              <a:rPr lang="pt-BR" b="1" kern="0"/>
              <a:t>Avaliação: </a:t>
            </a:r>
          </a:p>
          <a:p>
            <a:pPr marL="0" indent="0" algn="ctr"/>
            <a:r>
              <a:rPr lang="pt-BR" kern="0"/>
              <a:t>IA clássica → </a:t>
            </a:r>
            <a:r>
              <a:rPr lang="pt-BR" kern="0">
                <a:solidFill>
                  <a:srgbClr val="B1FCF1"/>
                </a:solidFill>
              </a:rPr>
              <a:t>acurácia/ROC </a:t>
            </a:r>
          </a:p>
          <a:p>
            <a:pPr marL="0" indent="0" algn="ctr"/>
            <a:r>
              <a:rPr lang="pt-BR" kern="0" err="1"/>
              <a:t>GenAI</a:t>
            </a:r>
            <a:r>
              <a:rPr lang="pt-BR" kern="0"/>
              <a:t> → </a:t>
            </a:r>
            <a:r>
              <a:rPr lang="pt-BR" kern="0">
                <a:solidFill>
                  <a:srgbClr val="B1FCF1"/>
                </a:solidFill>
              </a:rPr>
              <a:t>qualidade do texto/imagem (avaliação humana + métricas)</a:t>
            </a: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165365B-507E-734B-A416-DF39A7594066}"/>
              </a:ext>
            </a:extLst>
          </p:cNvPr>
          <p:cNvSpPr/>
          <p:nvPr/>
        </p:nvSpPr>
        <p:spPr>
          <a:xfrm>
            <a:off x="6554866" y="1668910"/>
            <a:ext cx="4053235" cy="5003031"/>
          </a:xfrm>
          <a:custGeom>
            <a:avLst/>
            <a:gdLst>
              <a:gd name="connsiteX0" fmla="*/ 1073426 w 3627783"/>
              <a:gd name="connsiteY0" fmla="*/ 4273826 h 5128591"/>
              <a:gd name="connsiteX1" fmla="*/ 3627783 w 3627783"/>
              <a:gd name="connsiteY1" fmla="*/ 4273826 h 5128591"/>
              <a:gd name="connsiteX2" fmla="*/ 3627783 w 3627783"/>
              <a:gd name="connsiteY2" fmla="*/ 735496 h 5128591"/>
              <a:gd name="connsiteX3" fmla="*/ 2892287 w 3627783"/>
              <a:gd name="connsiteY3" fmla="*/ 0 h 5128591"/>
              <a:gd name="connsiteX4" fmla="*/ 0 w 3627783"/>
              <a:gd name="connsiteY4" fmla="*/ 0 h 5128591"/>
              <a:gd name="connsiteX5" fmla="*/ 0 w 3627783"/>
              <a:gd name="connsiteY5" fmla="*/ 5128591 h 5128591"/>
              <a:gd name="connsiteX0" fmla="*/ 1094205 w 3648562"/>
              <a:gd name="connsiteY0" fmla="*/ 4273826 h 4273826"/>
              <a:gd name="connsiteX1" fmla="*/ 3648562 w 3648562"/>
              <a:gd name="connsiteY1" fmla="*/ 4273826 h 4273826"/>
              <a:gd name="connsiteX2" fmla="*/ 3648562 w 3648562"/>
              <a:gd name="connsiteY2" fmla="*/ 735496 h 4273826"/>
              <a:gd name="connsiteX3" fmla="*/ 2913066 w 3648562"/>
              <a:gd name="connsiteY3" fmla="*/ 0 h 4273826"/>
              <a:gd name="connsiteX4" fmla="*/ 20779 w 3648562"/>
              <a:gd name="connsiteY4" fmla="*/ 0 h 4273826"/>
              <a:gd name="connsiteX5" fmla="*/ 0 w 3648562"/>
              <a:gd name="connsiteY5" fmla="*/ 4237340 h 4273826"/>
              <a:gd name="connsiteX0" fmla="*/ 1073426 w 3627783"/>
              <a:gd name="connsiteY0" fmla="*/ 4273826 h 4273826"/>
              <a:gd name="connsiteX1" fmla="*/ 3627783 w 3627783"/>
              <a:gd name="connsiteY1" fmla="*/ 4273826 h 4273826"/>
              <a:gd name="connsiteX2" fmla="*/ 3627783 w 3627783"/>
              <a:gd name="connsiteY2" fmla="*/ 735496 h 4273826"/>
              <a:gd name="connsiteX3" fmla="*/ 2892287 w 3627783"/>
              <a:gd name="connsiteY3" fmla="*/ 0 h 4273826"/>
              <a:gd name="connsiteX4" fmla="*/ 0 w 3627783"/>
              <a:gd name="connsiteY4" fmla="*/ 0 h 4273826"/>
              <a:gd name="connsiteX5" fmla="*/ 10389 w 3627783"/>
              <a:gd name="connsiteY5" fmla="*/ 4237340 h 4273826"/>
              <a:gd name="connsiteX0" fmla="*/ 1073426 w 3638173"/>
              <a:gd name="connsiteY0" fmla="*/ 4273826 h 5003031"/>
              <a:gd name="connsiteX1" fmla="*/ 3638173 w 3638173"/>
              <a:gd name="connsiteY1" fmla="*/ 5003031 h 5003031"/>
              <a:gd name="connsiteX2" fmla="*/ 3627783 w 3638173"/>
              <a:gd name="connsiteY2" fmla="*/ 735496 h 5003031"/>
              <a:gd name="connsiteX3" fmla="*/ 2892287 w 3638173"/>
              <a:gd name="connsiteY3" fmla="*/ 0 h 5003031"/>
              <a:gd name="connsiteX4" fmla="*/ 0 w 3638173"/>
              <a:gd name="connsiteY4" fmla="*/ 0 h 5003031"/>
              <a:gd name="connsiteX5" fmla="*/ 10389 w 3638173"/>
              <a:gd name="connsiteY5" fmla="*/ 4237340 h 5003031"/>
              <a:gd name="connsiteX0" fmla="*/ 1031868 w 3638173"/>
              <a:gd name="connsiteY0" fmla="*/ 4979882 h 5003031"/>
              <a:gd name="connsiteX1" fmla="*/ 3638173 w 3638173"/>
              <a:gd name="connsiteY1" fmla="*/ 5003031 h 5003031"/>
              <a:gd name="connsiteX2" fmla="*/ 3627783 w 3638173"/>
              <a:gd name="connsiteY2" fmla="*/ 735496 h 5003031"/>
              <a:gd name="connsiteX3" fmla="*/ 2892287 w 3638173"/>
              <a:gd name="connsiteY3" fmla="*/ 0 h 5003031"/>
              <a:gd name="connsiteX4" fmla="*/ 0 w 3638173"/>
              <a:gd name="connsiteY4" fmla="*/ 0 h 5003031"/>
              <a:gd name="connsiteX5" fmla="*/ 10389 w 3638173"/>
              <a:gd name="connsiteY5" fmla="*/ 4237340 h 5003031"/>
              <a:gd name="connsiteX0" fmla="*/ 1036428 w 3638173"/>
              <a:gd name="connsiteY0" fmla="*/ 4995122 h 5003031"/>
              <a:gd name="connsiteX1" fmla="*/ 3638173 w 3638173"/>
              <a:gd name="connsiteY1" fmla="*/ 5003031 h 5003031"/>
              <a:gd name="connsiteX2" fmla="*/ 3627783 w 3638173"/>
              <a:gd name="connsiteY2" fmla="*/ 735496 h 5003031"/>
              <a:gd name="connsiteX3" fmla="*/ 2892287 w 3638173"/>
              <a:gd name="connsiteY3" fmla="*/ 0 h 5003031"/>
              <a:gd name="connsiteX4" fmla="*/ 0 w 3638173"/>
              <a:gd name="connsiteY4" fmla="*/ 0 h 5003031"/>
              <a:gd name="connsiteX5" fmla="*/ 10389 w 3638173"/>
              <a:gd name="connsiteY5" fmla="*/ 4237340 h 500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38173" h="5003031">
                <a:moveTo>
                  <a:pt x="1036428" y="4995122"/>
                </a:moveTo>
                <a:lnTo>
                  <a:pt x="3638173" y="5003031"/>
                </a:lnTo>
                <a:cubicBezTo>
                  <a:pt x="3634710" y="3580519"/>
                  <a:pt x="3631246" y="2158008"/>
                  <a:pt x="3627783" y="735496"/>
                </a:cubicBezTo>
                <a:lnTo>
                  <a:pt x="2892287" y="0"/>
                </a:lnTo>
                <a:lnTo>
                  <a:pt x="0" y="0"/>
                </a:lnTo>
                <a:cubicBezTo>
                  <a:pt x="0" y="1709530"/>
                  <a:pt x="10389" y="2527810"/>
                  <a:pt x="10389" y="4237340"/>
                </a:cubicBez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Google Shape;346;p33">
            <a:extLst>
              <a:ext uri="{FF2B5EF4-FFF2-40B4-BE49-F238E27FC236}">
                <a16:creationId xmlns:a16="http://schemas.microsoft.com/office/drawing/2014/main" id="{40114771-CD2A-A602-02B3-CD11167CE3C1}"/>
              </a:ext>
            </a:extLst>
          </p:cNvPr>
          <p:cNvSpPr txBox="1">
            <a:spLocks/>
          </p:cNvSpPr>
          <p:nvPr/>
        </p:nvSpPr>
        <p:spPr>
          <a:xfrm>
            <a:off x="6682529" y="1992149"/>
            <a:ext cx="3823413" cy="6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jdhani"/>
              <a:buNone/>
              <a:defRPr sz="32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ctr"/>
            <a:r>
              <a:rPr lang="pt-BR" kern="0"/>
              <a:t>I.A Generativa</a:t>
            </a:r>
          </a:p>
          <a:p>
            <a:pPr marL="0" indent="0" algn="ctr"/>
            <a:r>
              <a:rPr lang="pt-BR" b="0" kern="0"/>
              <a:t>(</a:t>
            </a:r>
            <a:r>
              <a:rPr lang="pt-BR" b="0" kern="0" err="1"/>
              <a:t>GenAI</a:t>
            </a:r>
            <a:r>
              <a:rPr lang="pt-BR" b="0" kern="0"/>
              <a:t>)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1929B85-9A8B-ADA5-6E8F-D60C1DFD429C}"/>
              </a:ext>
            </a:extLst>
          </p:cNvPr>
          <p:cNvSpPr/>
          <p:nvPr/>
        </p:nvSpPr>
        <p:spPr>
          <a:xfrm>
            <a:off x="6130992" y="1306706"/>
            <a:ext cx="988095" cy="867841"/>
          </a:xfrm>
          <a:prstGeom prst="ellipse">
            <a:avLst/>
          </a:prstGeom>
          <a:solidFill>
            <a:srgbClr val="0C32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5" name="Google Shape;355;p33"/>
          <p:cNvGrpSpPr/>
          <p:nvPr/>
        </p:nvGrpSpPr>
        <p:grpSpPr>
          <a:xfrm>
            <a:off x="6246887" y="1283090"/>
            <a:ext cx="780476" cy="788708"/>
            <a:chOff x="1749580" y="2220007"/>
            <a:chExt cx="338560" cy="342131"/>
          </a:xfrm>
        </p:grpSpPr>
        <p:sp>
          <p:nvSpPr>
            <p:cNvPr id="356" name="Google Shape;356;p33"/>
            <p:cNvSpPr/>
            <p:nvPr/>
          </p:nvSpPr>
          <p:spPr>
            <a:xfrm>
              <a:off x="1830081" y="2431648"/>
              <a:ext cx="13309" cy="13309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38" y="10"/>
                  </a:moveTo>
                  <a:lnTo>
                    <a:pt x="38" y="10"/>
                  </a:lnTo>
                  <a:cubicBezTo>
                    <a:pt x="32" y="0"/>
                    <a:pt x="20" y="-3"/>
                    <a:pt x="10" y="3"/>
                  </a:cubicBezTo>
                  <a:cubicBezTo>
                    <a:pt x="0" y="9"/>
                    <a:pt x="-3" y="21"/>
                    <a:pt x="3" y="31"/>
                  </a:cubicBezTo>
                  <a:cubicBezTo>
                    <a:pt x="7" y="38"/>
                    <a:pt x="14" y="41"/>
                    <a:pt x="21" y="41"/>
                  </a:cubicBezTo>
                  <a:cubicBezTo>
                    <a:pt x="24" y="41"/>
                    <a:pt x="28" y="40"/>
                    <a:pt x="31" y="38"/>
                  </a:cubicBezTo>
                  <a:cubicBezTo>
                    <a:pt x="41" y="32"/>
                    <a:pt x="44" y="20"/>
                    <a:pt x="38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3"/>
            <p:cNvSpPr/>
            <p:nvPr/>
          </p:nvSpPr>
          <p:spPr>
            <a:xfrm>
              <a:off x="1885264" y="2356016"/>
              <a:ext cx="66868" cy="66868"/>
            </a:xfrm>
            <a:custGeom>
              <a:avLst/>
              <a:gdLst/>
              <a:ahLst/>
              <a:cxnLst/>
              <a:rect l="l" t="t" r="r" b="b"/>
              <a:pathLst>
                <a:path w="206" h="206" extrusionOk="0">
                  <a:moveTo>
                    <a:pt x="186" y="82"/>
                  </a:moveTo>
                  <a:cubicBezTo>
                    <a:pt x="174" y="82"/>
                    <a:pt x="165" y="91"/>
                    <a:pt x="165" y="103"/>
                  </a:cubicBezTo>
                  <a:cubicBezTo>
                    <a:pt x="165" y="137"/>
                    <a:pt x="137" y="164"/>
                    <a:pt x="103" y="164"/>
                  </a:cubicBezTo>
                  <a:cubicBezTo>
                    <a:pt x="69" y="164"/>
                    <a:pt x="41" y="137"/>
                    <a:pt x="41" y="103"/>
                  </a:cubicBezTo>
                  <a:cubicBezTo>
                    <a:pt x="41" y="69"/>
                    <a:pt x="69" y="41"/>
                    <a:pt x="103" y="41"/>
                  </a:cubicBezTo>
                  <a:cubicBezTo>
                    <a:pt x="115" y="41"/>
                    <a:pt x="124" y="31"/>
                    <a:pt x="124" y="20"/>
                  </a:cubicBezTo>
                  <a:cubicBezTo>
                    <a:pt x="124" y="8"/>
                    <a:pt x="115" y="0"/>
                    <a:pt x="103" y="0"/>
                  </a:cubicBezTo>
                  <a:cubicBezTo>
                    <a:pt x="46" y="0"/>
                    <a:pt x="0" y="46"/>
                    <a:pt x="0" y="103"/>
                  </a:cubicBezTo>
                  <a:cubicBezTo>
                    <a:pt x="0" y="159"/>
                    <a:pt x="46" y="206"/>
                    <a:pt x="103" y="206"/>
                  </a:cubicBezTo>
                  <a:cubicBezTo>
                    <a:pt x="160" y="206"/>
                    <a:pt x="206" y="159"/>
                    <a:pt x="206" y="103"/>
                  </a:cubicBezTo>
                  <a:cubicBezTo>
                    <a:pt x="206" y="91"/>
                    <a:pt x="197" y="82"/>
                    <a:pt x="186" y="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38867" rIns="120000" bIns="38867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3"/>
            <p:cNvSpPr/>
            <p:nvPr/>
          </p:nvSpPr>
          <p:spPr>
            <a:xfrm>
              <a:off x="1850531" y="2328749"/>
              <a:ext cx="136333" cy="128867"/>
            </a:xfrm>
            <a:custGeom>
              <a:avLst/>
              <a:gdLst/>
              <a:ahLst/>
              <a:cxnLst/>
              <a:rect l="l" t="t" r="r" b="b"/>
              <a:pathLst>
                <a:path w="420" h="397" extrusionOk="0">
                  <a:moveTo>
                    <a:pt x="312" y="3"/>
                  </a:moveTo>
                  <a:cubicBezTo>
                    <a:pt x="302" y="-3"/>
                    <a:pt x="289" y="1"/>
                    <a:pt x="284" y="11"/>
                  </a:cubicBezTo>
                  <a:cubicBezTo>
                    <a:pt x="278" y="21"/>
                    <a:pt x="282" y="33"/>
                    <a:pt x="292" y="39"/>
                  </a:cubicBezTo>
                  <a:cubicBezTo>
                    <a:pt x="346" y="69"/>
                    <a:pt x="379" y="125"/>
                    <a:pt x="379" y="187"/>
                  </a:cubicBezTo>
                  <a:cubicBezTo>
                    <a:pt x="379" y="280"/>
                    <a:pt x="303" y="355"/>
                    <a:pt x="210" y="355"/>
                  </a:cubicBezTo>
                  <a:cubicBezTo>
                    <a:pt x="117" y="355"/>
                    <a:pt x="41" y="280"/>
                    <a:pt x="41" y="187"/>
                  </a:cubicBezTo>
                  <a:cubicBezTo>
                    <a:pt x="41" y="175"/>
                    <a:pt x="32" y="166"/>
                    <a:pt x="21" y="166"/>
                  </a:cubicBezTo>
                  <a:cubicBezTo>
                    <a:pt x="9" y="166"/>
                    <a:pt x="0" y="175"/>
                    <a:pt x="0" y="187"/>
                  </a:cubicBezTo>
                  <a:cubicBezTo>
                    <a:pt x="0" y="302"/>
                    <a:pt x="94" y="397"/>
                    <a:pt x="210" y="397"/>
                  </a:cubicBezTo>
                  <a:cubicBezTo>
                    <a:pt x="326" y="397"/>
                    <a:pt x="420" y="302"/>
                    <a:pt x="420" y="187"/>
                  </a:cubicBezTo>
                  <a:cubicBezTo>
                    <a:pt x="420" y="110"/>
                    <a:pt x="379" y="40"/>
                    <a:pt x="312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3"/>
            <p:cNvSpPr/>
            <p:nvPr/>
          </p:nvSpPr>
          <p:spPr>
            <a:xfrm>
              <a:off x="1912206" y="2321283"/>
              <a:ext cx="13309" cy="13309"/>
            </a:xfrm>
            <a:custGeom>
              <a:avLst/>
              <a:gdLst/>
              <a:ahLst/>
              <a:cxnLst/>
              <a:rect l="l" t="t" r="r" b="b"/>
              <a:pathLst>
                <a:path w="41" h="41" extrusionOk="0">
                  <a:moveTo>
                    <a:pt x="21" y="0"/>
                  </a:moveTo>
                  <a:lnTo>
                    <a:pt x="20" y="0"/>
                  </a:lnTo>
                  <a:cubicBezTo>
                    <a:pt x="9" y="0"/>
                    <a:pt x="0" y="8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lnTo>
                    <a:pt x="21" y="41"/>
                  </a:lnTo>
                  <a:cubicBezTo>
                    <a:pt x="32" y="41"/>
                    <a:pt x="41" y="32"/>
                    <a:pt x="41" y="20"/>
                  </a:cubicBezTo>
                  <a:cubicBezTo>
                    <a:pt x="41" y="9"/>
                    <a:pt x="32" y="0"/>
                    <a:pt x="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0" rIns="120000" bIns="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3"/>
            <p:cNvSpPr/>
            <p:nvPr/>
          </p:nvSpPr>
          <p:spPr>
            <a:xfrm>
              <a:off x="1749580" y="2220007"/>
              <a:ext cx="338560" cy="342131"/>
            </a:xfrm>
            <a:custGeom>
              <a:avLst/>
              <a:gdLst/>
              <a:ahLst/>
              <a:cxnLst/>
              <a:rect l="l" t="t" r="r" b="b"/>
              <a:pathLst>
                <a:path w="1043" h="1054" extrusionOk="0">
                  <a:moveTo>
                    <a:pt x="964" y="443"/>
                  </a:moveTo>
                  <a:cubicBezTo>
                    <a:pt x="928" y="443"/>
                    <a:pt x="898" y="468"/>
                    <a:pt x="889" y="501"/>
                  </a:cubicBezTo>
                  <a:lnTo>
                    <a:pt x="835" y="501"/>
                  </a:lnTo>
                  <a:cubicBezTo>
                    <a:pt x="831" y="430"/>
                    <a:pt x="803" y="364"/>
                    <a:pt x="758" y="314"/>
                  </a:cubicBezTo>
                  <a:lnTo>
                    <a:pt x="796" y="276"/>
                  </a:lnTo>
                  <a:cubicBezTo>
                    <a:pt x="808" y="283"/>
                    <a:pt x="821" y="286"/>
                    <a:pt x="835" y="286"/>
                  </a:cubicBezTo>
                  <a:cubicBezTo>
                    <a:pt x="855" y="286"/>
                    <a:pt x="875" y="279"/>
                    <a:pt x="890" y="264"/>
                  </a:cubicBezTo>
                  <a:cubicBezTo>
                    <a:pt x="905" y="249"/>
                    <a:pt x="913" y="229"/>
                    <a:pt x="913" y="208"/>
                  </a:cubicBezTo>
                  <a:cubicBezTo>
                    <a:pt x="913" y="187"/>
                    <a:pt x="905" y="168"/>
                    <a:pt x="890" y="153"/>
                  </a:cubicBezTo>
                  <a:cubicBezTo>
                    <a:pt x="859" y="122"/>
                    <a:pt x="810" y="122"/>
                    <a:pt x="779" y="153"/>
                  </a:cubicBezTo>
                  <a:cubicBezTo>
                    <a:pt x="754" y="178"/>
                    <a:pt x="750" y="217"/>
                    <a:pt x="767" y="247"/>
                  </a:cubicBezTo>
                  <a:lnTo>
                    <a:pt x="729" y="284"/>
                  </a:lnTo>
                  <a:cubicBezTo>
                    <a:pt x="679" y="240"/>
                    <a:pt x="613" y="211"/>
                    <a:pt x="542" y="206"/>
                  </a:cubicBezTo>
                  <a:lnTo>
                    <a:pt x="542" y="161"/>
                  </a:lnTo>
                  <a:cubicBezTo>
                    <a:pt x="542" y="159"/>
                    <a:pt x="541" y="156"/>
                    <a:pt x="541" y="154"/>
                  </a:cubicBezTo>
                  <a:cubicBezTo>
                    <a:pt x="574" y="146"/>
                    <a:pt x="599" y="115"/>
                    <a:pt x="599" y="78"/>
                  </a:cubicBezTo>
                  <a:cubicBezTo>
                    <a:pt x="599" y="35"/>
                    <a:pt x="564" y="0"/>
                    <a:pt x="521" y="0"/>
                  </a:cubicBezTo>
                  <a:cubicBezTo>
                    <a:pt x="478" y="0"/>
                    <a:pt x="443" y="35"/>
                    <a:pt x="443" y="78"/>
                  </a:cubicBezTo>
                  <a:cubicBezTo>
                    <a:pt x="443" y="115"/>
                    <a:pt x="468" y="146"/>
                    <a:pt x="502" y="154"/>
                  </a:cubicBezTo>
                  <a:cubicBezTo>
                    <a:pt x="501" y="156"/>
                    <a:pt x="501" y="159"/>
                    <a:pt x="501" y="161"/>
                  </a:cubicBezTo>
                  <a:lnTo>
                    <a:pt x="501" y="206"/>
                  </a:lnTo>
                  <a:cubicBezTo>
                    <a:pt x="429" y="211"/>
                    <a:pt x="364" y="240"/>
                    <a:pt x="313" y="284"/>
                  </a:cubicBezTo>
                  <a:lnTo>
                    <a:pt x="276" y="247"/>
                  </a:lnTo>
                  <a:cubicBezTo>
                    <a:pt x="293" y="217"/>
                    <a:pt x="289" y="178"/>
                    <a:pt x="263" y="153"/>
                  </a:cubicBezTo>
                  <a:cubicBezTo>
                    <a:pt x="233" y="122"/>
                    <a:pt x="183" y="122"/>
                    <a:pt x="153" y="153"/>
                  </a:cubicBezTo>
                  <a:cubicBezTo>
                    <a:pt x="138" y="168"/>
                    <a:pt x="130" y="187"/>
                    <a:pt x="130" y="208"/>
                  </a:cubicBezTo>
                  <a:cubicBezTo>
                    <a:pt x="130" y="229"/>
                    <a:pt x="138" y="249"/>
                    <a:pt x="153" y="264"/>
                  </a:cubicBezTo>
                  <a:cubicBezTo>
                    <a:pt x="168" y="279"/>
                    <a:pt x="188" y="286"/>
                    <a:pt x="208" y="286"/>
                  </a:cubicBezTo>
                  <a:cubicBezTo>
                    <a:pt x="221" y="286"/>
                    <a:pt x="235" y="283"/>
                    <a:pt x="247" y="276"/>
                  </a:cubicBezTo>
                  <a:lnTo>
                    <a:pt x="284" y="314"/>
                  </a:lnTo>
                  <a:cubicBezTo>
                    <a:pt x="240" y="364"/>
                    <a:pt x="211" y="429"/>
                    <a:pt x="207" y="501"/>
                  </a:cubicBezTo>
                  <a:lnTo>
                    <a:pt x="153" y="501"/>
                  </a:lnTo>
                  <a:cubicBezTo>
                    <a:pt x="144" y="468"/>
                    <a:pt x="114" y="443"/>
                    <a:pt x="78" y="443"/>
                  </a:cubicBezTo>
                  <a:cubicBezTo>
                    <a:pt x="35" y="443"/>
                    <a:pt x="0" y="478"/>
                    <a:pt x="0" y="522"/>
                  </a:cubicBezTo>
                  <a:cubicBezTo>
                    <a:pt x="0" y="565"/>
                    <a:pt x="35" y="600"/>
                    <a:pt x="78" y="600"/>
                  </a:cubicBezTo>
                  <a:cubicBezTo>
                    <a:pt x="114" y="600"/>
                    <a:pt x="144" y="575"/>
                    <a:pt x="153" y="542"/>
                  </a:cubicBezTo>
                  <a:lnTo>
                    <a:pt x="207" y="542"/>
                  </a:lnTo>
                  <a:cubicBezTo>
                    <a:pt x="209" y="567"/>
                    <a:pt x="213" y="591"/>
                    <a:pt x="221" y="615"/>
                  </a:cubicBezTo>
                  <a:cubicBezTo>
                    <a:pt x="224" y="626"/>
                    <a:pt x="235" y="632"/>
                    <a:pt x="246" y="629"/>
                  </a:cubicBezTo>
                  <a:cubicBezTo>
                    <a:pt x="256" y="625"/>
                    <a:pt x="263" y="614"/>
                    <a:pt x="260" y="603"/>
                  </a:cubicBezTo>
                  <a:cubicBezTo>
                    <a:pt x="252" y="576"/>
                    <a:pt x="247" y="549"/>
                    <a:pt x="247" y="521"/>
                  </a:cubicBezTo>
                  <a:cubicBezTo>
                    <a:pt x="247" y="370"/>
                    <a:pt x="370" y="247"/>
                    <a:pt x="521" y="247"/>
                  </a:cubicBezTo>
                  <a:cubicBezTo>
                    <a:pt x="672" y="247"/>
                    <a:pt x="795" y="370"/>
                    <a:pt x="795" y="521"/>
                  </a:cubicBezTo>
                  <a:cubicBezTo>
                    <a:pt x="795" y="598"/>
                    <a:pt x="762" y="673"/>
                    <a:pt x="704" y="727"/>
                  </a:cubicBezTo>
                  <a:cubicBezTo>
                    <a:pt x="670" y="759"/>
                    <a:pt x="648" y="802"/>
                    <a:pt x="643" y="848"/>
                  </a:cubicBezTo>
                  <a:lnTo>
                    <a:pt x="400" y="848"/>
                  </a:lnTo>
                  <a:cubicBezTo>
                    <a:pt x="395" y="802"/>
                    <a:pt x="374" y="759"/>
                    <a:pt x="339" y="727"/>
                  </a:cubicBezTo>
                  <a:cubicBezTo>
                    <a:pt x="336" y="724"/>
                    <a:pt x="333" y="722"/>
                    <a:pt x="330" y="719"/>
                  </a:cubicBezTo>
                  <a:cubicBezTo>
                    <a:pt x="322" y="711"/>
                    <a:pt x="309" y="711"/>
                    <a:pt x="301" y="719"/>
                  </a:cubicBezTo>
                  <a:cubicBezTo>
                    <a:pt x="293" y="727"/>
                    <a:pt x="293" y="740"/>
                    <a:pt x="301" y="748"/>
                  </a:cubicBezTo>
                  <a:cubicBezTo>
                    <a:pt x="304" y="751"/>
                    <a:pt x="308" y="754"/>
                    <a:pt x="311" y="757"/>
                  </a:cubicBezTo>
                  <a:cubicBezTo>
                    <a:pt x="337" y="781"/>
                    <a:pt x="354" y="814"/>
                    <a:pt x="358" y="849"/>
                  </a:cubicBezTo>
                  <a:cubicBezTo>
                    <a:pt x="339" y="852"/>
                    <a:pt x="324" y="868"/>
                    <a:pt x="324" y="889"/>
                  </a:cubicBezTo>
                  <a:lnTo>
                    <a:pt x="324" y="931"/>
                  </a:lnTo>
                  <a:cubicBezTo>
                    <a:pt x="324" y="939"/>
                    <a:pt x="325" y="945"/>
                    <a:pt x="329" y="951"/>
                  </a:cubicBezTo>
                  <a:cubicBezTo>
                    <a:pt x="325" y="957"/>
                    <a:pt x="324" y="964"/>
                    <a:pt x="324" y="971"/>
                  </a:cubicBezTo>
                  <a:lnTo>
                    <a:pt x="324" y="1014"/>
                  </a:lnTo>
                  <a:cubicBezTo>
                    <a:pt x="324" y="1036"/>
                    <a:pt x="342" y="1054"/>
                    <a:pt x="364" y="1054"/>
                  </a:cubicBezTo>
                  <a:lnTo>
                    <a:pt x="678" y="1054"/>
                  </a:lnTo>
                  <a:cubicBezTo>
                    <a:pt x="701" y="1054"/>
                    <a:pt x="719" y="1036"/>
                    <a:pt x="719" y="1014"/>
                  </a:cubicBezTo>
                  <a:lnTo>
                    <a:pt x="719" y="971"/>
                  </a:lnTo>
                  <a:cubicBezTo>
                    <a:pt x="719" y="964"/>
                    <a:pt x="717" y="957"/>
                    <a:pt x="714" y="951"/>
                  </a:cubicBezTo>
                  <a:cubicBezTo>
                    <a:pt x="717" y="945"/>
                    <a:pt x="719" y="939"/>
                    <a:pt x="719" y="931"/>
                  </a:cubicBezTo>
                  <a:lnTo>
                    <a:pt x="719" y="889"/>
                  </a:lnTo>
                  <a:cubicBezTo>
                    <a:pt x="719" y="869"/>
                    <a:pt x="704" y="852"/>
                    <a:pt x="684" y="849"/>
                  </a:cubicBezTo>
                  <a:cubicBezTo>
                    <a:pt x="689" y="814"/>
                    <a:pt x="706" y="781"/>
                    <a:pt x="732" y="757"/>
                  </a:cubicBezTo>
                  <a:cubicBezTo>
                    <a:pt x="793" y="701"/>
                    <a:pt x="830" y="623"/>
                    <a:pt x="835" y="542"/>
                  </a:cubicBezTo>
                  <a:lnTo>
                    <a:pt x="889" y="542"/>
                  </a:lnTo>
                  <a:cubicBezTo>
                    <a:pt x="898" y="575"/>
                    <a:pt x="928" y="600"/>
                    <a:pt x="964" y="600"/>
                  </a:cubicBezTo>
                  <a:cubicBezTo>
                    <a:pt x="1008" y="600"/>
                    <a:pt x="1043" y="565"/>
                    <a:pt x="1043" y="522"/>
                  </a:cubicBezTo>
                  <a:cubicBezTo>
                    <a:pt x="1043" y="478"/>
                    <a:pt x="1008" y="443"/>
                    <a:pt x="964" y="443"/>
                  </a:cubicBezTo>
                  <a:moveTo>
                    <a:pt x="835" y="171"/>
                  </a:moveTo>
                  <a:cubicBezTo>
                    <a:pt x="844" y="171"/>
                    <a:pt x="854" y="175"/>
                    <a:pt x="861" y="182"/>
                  </a:cubicBezTo>
                  <a:cubicBezTo>
                    <a:pt x="875" y="196"/>
                    <a:pt x="875" y="220"/>
                    <a:pt x="861" y="234"/>
                  </a:cubicBezTo>
                  <a:cubicBezTo>
                    <a:pt x="846" y="249"/>
                    <a:pt x="823" y="249"/>
                    <a:pt x="808" y="234"/>
                  </a:cubicBezTo>
                  <a:cubicBezTo>
                    <a:pt x="794" y="220"/>
                    <a:pt x="794" y="196"/>
                    <a:pt x="808" y="182"/>
                  </a:cubicBezTo>
                  <a:cubicBezTo>
                    <a:pt x="816" y="175"/>
                    <a:pt x="825" y="171"/>
                    <a:pt x="835" y="171"/>
                  </a:cubicBezTo>
                  <a:moveTo>
                    <a:pt x="234" y="234"/>
                  </a:moveTo>
                  <a:cubicBezTo>
                    <a:pt x="220" y="249"/>
                    <a:pt x="196" y="249"/>
                    <a:pt x="182" y="234"/>
                  </a:cubicBezTo>
                  <a:cubicBezTo>
                    <a:pt x="167" y="220"/>
                    <a:pt x="167" y="196"/>
                    <a:pt x="182" y="182"/>
                  </a:cubicBezTo>
                  <a:cubicBezTo>
                    <a:pt x="189" y="175"/>
                    <a:pt x="198" y="171"/>
                    <a:pt x="208" y="171"/>
                  </a:cubicBezTo>
                  <a:cubicBezTo>
                    <a:pt x="217" y="171"/>
                    <a:pt x="227" y="175"/>
                    <a:pt x="234" y="182"/>
                  </a:cubicBezTo>
                  <a:cubicBezTo>
                    <a:pt x="248" y="196"/>
                    <a:pt x="248" y="220"/>
                    <a:pt x="234" y="234"/>
                  </a:cubicBezTo>
                  <a:moveTo>
                    <a:pt x="78" y="559"/>
                  </a:moveTo>
                  <a:cubicBezTo>
                    <a:pt x="58" y="559"/>
                    <a:pt x="41" y="542"/>
                    <a:pt x="41" y="522"/>
                  </a:cubicBezTo>
                  <a:cubicBezTo>
                    <a:pt x="41" y="501"/>
                    <a:pt x="58" y="485"/>
                    <a:pt x="78" y="485"/>
                  </a:cubicBezTo>
                  <a:cubicBezTo>
                    <a:pt x="98" y="485"/>
                    <a:pt x="115" y="501"/>
                    <a:pt x="115" y="522"/>
                  </a:cubicBezTo>
                  <a:cubicBezTo>
                    <a:pt x="115" y="542"/>
                    <a:pt x="98" y="559"/>
                    <a:pt x="78" y="559"/>
                  </a:cubicBezTo>
                  <a:moveTo>
                    <a:pt x="484" y="78"/>
                  </a:moveTo>
                  <a:cubicBezTo>
                    <a:pt x="484" y="57"/>
                    <a:pt x="500" y="41"/>
                    <a:pt x="521" y="41"/>
                  </a:cubicBezTo>
                  <a:cubicBezTo>
                    <a:pt x="541" y="41"/>
                    <a:pt x="558" y="57"/>
                    <a:pt x="558" y="78"/>
                  </a:cubicBezTo>
                  <a:cubicBezTo>
                    <a:pt x="558" y="98"/>
                    <a:pt x="541" y="115"/>
                    <a:pt x="521" y="115"/>
                  </a:cubicBezTo>
                  <a:cubicBezTo>
                    <a:pt x="500" y="115"/>
                    <a:pt x="484" y="98"/>
                    <a:pt x="484" y="78"/>
                  </a:cubicBezTo>
                  <a:moveTo>
                    <a:pt x="678" y="931"/>
                  </a:moveTo>
                  <a:lnTo>
                    <a:pt x="604" y="931"/>
                  </a:lnTo>
                  <a:cubicBezTo>
                    <a:pt x="592" y="931"/>
                    <a:pt x="583" y="939"/>
                    <a:pt x="583" y="951"/>
                  </a:cubicBezTo>
                  <a:cubicBezTo>
                    <a:pt x="583" y="962"/>
                    <a:pt x="592" y="972"/>
                    <a:pt x="604" y="972"/>
                  </a:cubicBezTo>
                  <a:lnTo>
                    <a:pt x="678" y="972"/>
                  </a:lnTo>
                  <a:lnTo>
                    <a:pt x="678" y="1013"/>
                  </a:lnTo>
                  <a:lnTo>
                    <a:pt x="365" y="1013"/>
                  </a:lnTo>
                  <a:lnTo>
                    <a:pt x="365" y="972"/>
                  </a:lnTo>
                  <a:lnTo>
                    <a:pt x="521" y="972"/>
                  </a:lnTo>
                  <a:cubicBezTo>
                    <a:pt x="532" y="972"/>
                    <a:pt x="542" y="962"/>
                    <a:pt x="542" y="951"/>
                  </a:cubicBezTo>
                  <a:cubicBezTo>
                    <a:pt x="542" y="939"/>
                    <a:pt x="532" y="931"/>
                    <a:pt x="521" y="931"/>
                  </a:cubicBezTo>
                  <a:lnTo>
                    <a:pt x="365" y="931"/>
                  </a:lnTo>
                  <a:lnTo>
                    <a:pt x="365" y="890"/>
                  </a:lnTo>
                  <a:lnTo>
                    <a:pt x="678" y="890"/>
                  </a:lnTo>
                  <a:lnTo>
                    <a:pt x="678" y="931"/>
                  </a:lnTo>
                  <a:moveTo>
                    <a:pt x="964" y="559"/>
                  </a:moveTo>
                  <a:cubicBezTo>
                    <a:pt x="944" y="559"/>
                    <a:pt x="927" y="542"/>
                    <a:pt x="927" y="522"/>
                  </a:cubicBezTo>
                  <a:cubicBezTo>
                    <a:pt x="927" y="501"/>
                    <a:pt x="943" y="485"/>
                    <a:pt x="964" y="485"/>
                  </a:cubicBezTo>
                  <a:cubicBezTo>
                    <a:pt x="984" y="485"/>
                    <a:pt x="1002" y="501"/>
                    <a:pt x="1002" y="522"/>
                  </a:cubicBezTo>
                  <a:cubicBezTo>
                    <a:pt x="1002" y="542"/>
                    <a:pt x="985" y="559"/>
                    <a:pt x="964" y="5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0000" tIns="60000" rIns="120000" bIns="60000" anchor="ctr" anchorCtr="1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2400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75;p29">
            <a:extLst>
              <a:ext uri="{FF2B5EF4-FFF2-40B4-BE49-F238E27FC236}">
                <a16:creationId xmlns:a16="http://schemas.microsoft.com/office/drawing/2014/main" id="{B0B3A034-EE79-0165-BFBB-0F4486DC1E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5808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2000" b="0"/>
              <a:t>Introdução à Inteligência Artificial</a:t>
            </a:r>
            <a:br>
              <a:rPr lang="pt-BR" sz="2000" b="0"/>
            </a:br>
            <a:r>
              <a:rPr lang="pt-BR" sz="3600" b="0">
                <a:solidFill>
                  <a:srgbClr val="B1FCF1"/>
                </a:solidFill>
              </a:rPr>
              <a:t>O</a:t>
            </a:r>
            <a:r>
              <a:rPr lang="pt-BR" sz="3600">
                <a:solidFill>
                  <a:srgbClr val="B1FCF1"/>
                </a:solidFill>
              </a:rPr>
              <a:t> que é IA?</a:t>
            </a:r>
            <a:endParaRPr lang="pt-BR">
              <a:solidFill>
                <a:srgbClr val="B1FC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46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6"/>
          <p:cNvSpPr txBox="1">
            <a:spLocks noGrp="1"/>
          </p:cNvSpPr>
          <p:nvPr>
            <p:ph type="subTitle" idx="1"/>
          </p:nvPr>
        </p:nvSpPr>
        <p:spPr>
          <a:xfrm>
            <a:off x="140166" y="2246250"/>
            <a:ext cx="3821484" cy="297851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 dirty="0"/>
              <a:t>São dicionários , </a:t>
            </a:r>
            <a:r>
              <a:rPr lang="pt-BR" sz="1400" dirty="0" err="1"/>
              <a:t>regex</a:t>
            </a:r>
            <a:r>
              <a:rPr lang="pt-BR" sz="1400" dirty="0"/>
              <a:t> simples, transparentes, ótimas para baseline.</a:t>
            </a:r>
          </a:p>
          <a:p>
            <a:pPr marL="0" indent="0"/>
            <a:endParaRPr lang="pt-BR" sz="800" dirty="0"/>
          </a:p>
          <a:p>
            <a:pPr marL="0" indent="0"/>
            <a:endParaRPr lang="pt-BR" sz="1400" dirty="0"/>
          </a:p>
          <a:p>
            <a:pPr marL="0" indent="0"/>
            <a:endParaRPr lang="pt-BR" sz="1400" dirty="0"/>
          </a:p>
          <a:p>
            <a:pPr marL="0" indent="0"/>
            <a:r>
              <a:rPr lang="pt-BR" sz="1400" dirty="0"/>
              <a:t>Exemplos de uso: </a:t>
            </a:r>
          </a:p>
          <a:p>
            <a:pPr marL="0" indent="0"/>
            <a:endParaRPr lang="pt-BR" sz="1400" dirty="0"/>
          </a:p>
          <a:p>
            <a:pPr marL="0" indent="0" algn="just"/>
            <a:r>
              <a:rPr lang="pt-BR" sz="1400" dirty="0">
                <a:solidFill>
                  <a:schemeClr val="tx2"/>
                </a:solidFill>
              </a:rPr>
              <a:t>Codificar</a:t>
            </a:r>
            <a:r>
              <a:rPr lang="pt-BR" sz="1400" dirty="0"/>
              <a:t> manifestos por dicionários (economia/ valores); </a:t>
            </a:r>
            <a:r>
              <a:rPr lang="pt-BR" sz="1400" dirty="0">
                <a:solidFill>
                  <a:schemeClr val="tx2"/>
                </a:solidFill>
              </a:rPr>
              <a:t>detectar</a:t>
            </a:r>
            <a:r>
              <a:rPr lang="pt-BR" sz="1400" dirty="0"/>
              <a:t> menções a atores, CF/leis; </a:t>
            </a:r>
            <a:r>
              <a:rPr lang="pt-BR" sz="1400" dirty="0">
                <a:solidFill>
                  <a:schemeClr val="tx2"/>
                </a:solidFill>
              </a:rPr>
              <a:t>triagem</a:t>
            </a:r>
            <a:r>
              <a:rPr lang="pt-BR" sz="1400" dirty="0"/>
              <a:t> de ofícios e emendas.</a:t>
            </a:r>
          </a:p>
          <a:p>
            <a:pPr marL="0" indent="0"/>
            <a:endParaRPr sz="1400" dirty="0"/>
          </a:p>
        </p:txBody>
      </p:sp>
      <p:sp>
        <p:nvSpPr>
          <p:cNvPr id="452" name="Google Shape;452;p36"/>
          <p:cNvSpPr txBox="1">
            <a:spLocks noGrp="1"/>
          </p:cNvSpPr>
          <p:nvPr>
            <p:ph type="subTitle" idx="7"/>
          </p:nvPr>
        </p:nvSpPr>
        <p:spPr>
          <a:xfrm>
            <a:off x="119476" y="1272208"/>
            <a:ext cx="3842174" cy="95135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ctr"/>
            <a:r>
              <a:rPr lang="pt-BR" sz="2000"/>
              <a:t>Regras/heurísticas</a:t>
            </a:r>
          </a:p>
        </p:txBody>
      </p:sp>
      <p:sp>
        <p:nvSpPr>
          <p:cNvPr id="22" name="Google Shape;448;p36">
            <a:extLst>
              <a:ext uri="{FF2B5EF4-FFF2-40B4-BE49-F238E27FC236}">
                <a16:creationId xmlns:a16="http://schemas.microsoft.com/office/drawing/2014/main" id="{602F2A95-C4B4-9264-7A4B-EE8E27EC6B15}"/>
              </a:ext>
            </a:extLst>
          </p:cNvPr>
          <p:cNvSpPr txBox="1">
            <a:spLocks/>
          </p:cNvSpPr>
          <p:nvPr/>
        </p:nvSpPr>
        <p:spPr>
          <a:xfrm>
            <a:off x="3941737" y="2247208"/>
            <a:ext cx="4338888" cy="416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algn="just"/>
            <a:r>
              <a:rPr lang="pt-BR" sz="1400" kern="0"/>
              <a:t>PLN supervisionado/não-supervisionado:	 Classificar, agrupar, medir similaridade. </a:t>
            </a:r>
          </a:p>
          <a:p>
            <a:pPr marL="0" indent="0" algn="just"/>
            <a:endParaRPr lang="pt-BR" sz="800" kern="0"/>
          </a:p>
          <a:p>
            <a:pPr marL="0" indent="0" algn="just"/>
            <a:endParaRPr lang="pt-BR" sz="1400" kern="0"/>
          </a:p>
          <a:p>
            <a:pPr marL="0" indent="0" algn="just"/>
            <a:endParaRPr lang="pt-BR" sz="1400" kern="0"/>
          </a:p>
          <a:p>
            <a:pPr marL="0" indent="0" algn="just"/>
            <a:r>
              <a:rPr lang="pt-BR" sz="1400"/>
              <a:t>Exemplos de uso: </a:t>
            </a:r>
            <a:endParaRPr lang="pt-BR" sz="1400" kern="0"/>
          </a:p>
          <a:p>
            <a:pPr marL="0" indent="0"/>
            <a:endParaRPr lang="pt-BR" sz="1400" ker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400" kern="0"/>
              <a:t>Classificação de </a:t>
            </a:r>
            <a:r>
              <a:rPr lang="pt-BR" sz="1400" i="1" kern="0">
                <a:solidFill>
                  <a:schemeClr val="tx2"/>
                </a:solidFill>
              </a:rPr>
              <a:t>fake </a:t>
            </a:r>
            <a:r>
              <a:rPr lang="pt-BR" sz="1400" i="1" kern="0" err="1">
                <a:solidFill>
                  <a:schemeClr val="tx2"/>
                </a:solidFill>
              </a:rPr>
              <a:t>news</a:t>
            </a:r>
            <a:r>
              <a:rPr lang="pt-BR" sz="1400" i="1" kern="0">
                <a:solidFill>
                  <a:schemeClr val="tx2"/>
                </a:solidFill>
              </a:rPr>
              <a:t>/</a:t>
            </a:r>
            <a:r>
              <a:rPr lang="pt-BR" sz="1400" i="1" kern="0" err="1">
                <a:solidFill>
                  <a:schemeClr val="tx2"/>
                </a:solidFill>
              </a:rPr>
              <a:t>hate</a:t>
            </a:r>
            <a:r>
              <a:rPr lang="pt-BR" sz="1400" i="1" kern="0">
                <a:solidFill>
                  <a:schemeClr val="tx2"/>
                </a:solidFill>
              </a:rPr>
              <a:t> speech	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400" kern="0"/>
              <a:t>Supervisionado </a:t>
            </a:r>
            <a:r>
              <a:rPr lang="pt-BR" sz="1400" kern="0">
                <a:solidFill>
                  <a:schemeClr val="tx2"/>
                </a:solidFill>
              </a:rPr>
              <a:t>(classificação)</a:t>
            </a:r>
            <a:r>
              <a:rPr lang="pt-BR" sz="1400" kern="0"/>
              <a:t>: tweets de deputados </a:t>
            </a:r>
            <a:r>
              <a:rPr lang="pt-BR" sz="1400" kern="0">
                <a:solidFill>
                  <a:schemeClr val="tx2"/>
                </a:solidFill>
              </a:rPr>
              <a:t>→</a:t>
            </a:r>
            <a:r>
              <a:rPr lang="pt-BR" sz="1400" kern="0"/>
              <a:t> posição/tema/valência; </a:t>
            </a:r>
          </a:p>
          <a:p>
            <a:pPr marL="0" indent="0"/>
            <a:endParaRPr lang="pt-BR" sz="500" ker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400" kern="0"/>
              <a:t>Não-supervisionado </a:t>
            </a:r>
            <a:r>
              <a:rPr lang="pt-BR" sz="1400" kern="0">
                <a:solidFill>
                  <a:schemeClr val="tx2"/>
                </a:solidFill>
              </a:rPr>
              <a:t>(descoberta)</a:t>
            </a:r>
            <a:r>
              <a:rPr lang="pt-BR" sz="1400" kern="0"/>
              <a:t>: tópicos em discursos/</a:t>
            </a:r>
            <a:r>
              <a:rPr lang="pt-BR" sz="1400" kern="0" err="1"/>
              <a:t>PLs</a:t>
            </a:r>
            <a:r>
              <a:rPr lang="pt-BR" sz="1400" kern="0"/>
              <a:t>/tweets </a:t>
            </a:r>
          </a:p>
          <a:p>
            <a:pPr marL="0" indent="0"/>
            <a:endParaRPr lang="pt-BR" sz="500" ker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400" kern="0"/>
              <a:t>Detecção de anomalias em doações/despesas de campanha </a:t>
            </a:r>
          </a:p>
          <a:p>
            <a:pPr marL="179388" indent="-179388">
              <a:buFont typeface="Arial" panose="020B0604020202020204" pitchFamily="34" charset="0"/>
              <a:buChar char="•"/>
            </a:pPr>
            <a:endParaRPr lang="pt-BR" sz="500" ker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pt-BR" sz="1400" kern="0"/>
              <a:t>Agrupamento por similaridade </a:t>
            </a:r>
            <a:r>
              <a:rPr lang="pt-BR" sz="1400" kern="0">
                <a:solidFill>
                  <a:schemeClr val="tx2"/>
                </a:solidFill>
              </a:rPr>
              <a:t>(k-</a:t>
            </a:r>
            <a:r>
              <a:rPr lang="pt-BR" sz="1400" kern="0" err="1">
                <a:solidFill>
                  <a:schemeClr val="tx2"/>
                </a:solidFill>
              </a:rPr>
              <a:t>means</a:t>
            </a:r>
            <a:r>
              <a:rPr lang="pt-BR" sz="1400" kern="0">
                <a:solidFill>
                  <a:schemeClr val="tx2"/>
                </a:solidFill>
              </a:rPr>
              <a:t>/ HDBSCAN) </a:t>
            </a:r>
            <a:r>
              <a:rPr lang="pt-BR" sz="1400" kern="0"/>
              <a:t>por assunto </a:t>
            </a:r>
            <a:r>
              <a:rPr lang="pt-BR" sz="1400" kern="0">
                <a:solidFill>
                  <a:schemeClr val="tx2"/>
                </a:solidFill>
              </a:rPr>
              <a:t>(ex.: jurisprudência) </a:t>
            </a:r>
          </a:p>
          <a:p>
            <a:pPr marL="0" indent="0"/>
            <a:endParaRPr lang="pt-BR" sz="500" kern="0"/>
          </a:p>
        </p:txBody>
      </p:sp>
      <p:sp>
        <p:nvSpPr>
          <p:cNvPr id="23" name="Google Shape;452;p36">
            <a:extLst>
              <a:ext uri="{FF2B5EF4-FFF2-40B4-BE49-F238E27FC236}">
                <a16:creationId xmlns:a16="http://schemas.microsoft.com/office/drawing/2014/main" id="{6CCBFC45-D5D0-C71E-0FD3-D07035B4AD89}"/>
              </a:ext>
            </a:extLst>
          </p:cNvPr>
          <p:cNvSpPr txBox="1">
            <a:spLocks/>
          </p:cNvSpPr>
          <p:nvPr/>
        </p:nvSpPr>
        <p:spPr>
          <a:xfrm>
            <a:off x="3979419" y="1272207"/>
            <a:ext cx="4321049" cy="951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ctr"/>
            <a:r>
              <a:rPr lang="pt-BR" sz="2000" kern="0"/>
              <a:t>ML clássico </a:t>
            </a:r>
          </a:p>
        </p:txBody>
      </p:sp>
      <p:sp>
        <p:nvSpPr>
          <p:cNvPr id="26" name="Google Shape;448;p36">
            <a:extLst>
              <a:ext uri="{FF2B5EF4-FFF2-40B4-BE49-F238E27FC236}">
                <a16:creationId xmlns:a16="http://schemas.microsoft.com/office/drawing/2014/main" id="{197BD848-A0EB-2938-129C-E12ED91AE22D}"/>
              </a:ext>
            </a:extLst>
          </p:cNvPr>
          <p:cNvSpPr txBox="1">
            <a:spLocks/>
          </p:cNvSpPr>
          <p:nvPr/>
        </p:nvSpPr>
        <p:spPr>
          <a:xfrm>
            <a:off x="8282699" y="2235744"/>
            <a:ext cx="3707543" cy="2716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/>
            <a:r>
              <a:rPr lang="pt-BR" sz="1400" kern="0" err="1"/>
              <a:t>LLMs</a:t>
            </a:r>
            <a:r>
              <a:rPr lang="pt-BR" sz="1400" kern="0"/>
              <a:t>: gerar/resumir texto; útil como apoio, </a:t>
            </a:r>
            <a:r>
              <a:rPr lang="pt-BR" sz="1400" kern="0">
                <a:solidFill>
                  <a:schemeClr val="tx2"/>
                </a:solidFill>
              </a:rPr>
              <a:t>não como evidência principal</a:t>
            </a:r>
            <a:r>
              <a:rPr lang="pt-BR" sz="1400" kern="0"/>
              <a:t>.</a:t>
            </a:r>
          </a:p>
          <a:p>
            <a:pPr marL="0" indent="0"/>
            <a:endParaRPr lang="pt-BR" sz="800" kern="0"/>
          </a:p>
          <a:p>
            <a:pPr marL="0" indent="0"/>
            <a:endParaRPr lang="pt-BR" sz="1400" kern="0"/>
          </a:p>
          <a:p>
            <a:pPr marL="0" indent="0"/>
            <a:endParaRPr lang="pt-BR" sz="1400" kern="0"/>
          </a:p>
          <a:p>
            <a:pPr marL="0" indent="0"/>
            <a:r>
              <a:rPr lang="pt-BR" sz="1400"/>
              <a:t>Exemplos de uso: </a:t>
            </a:r>
            <a:endParaRPr lang="pt-BR" sz="1400" kern="0"/>
          </a:p>
          <a:p>
            <a:pPr marL="0" indent="0"/>
            <a:endParaRPr lang="pt-BR" sz="14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2"/>
                </a:solidFill>
              </a:rPr>
              <a:t>Sumarizar</a:t>
            </a:r>
            <a:r>
              <a:rPr lang="pt-BR" sz="1400"/>
              <a:t> blocos de audiências públicas;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2"/>
                </a:solidFill>
              </a:rPr>
              <a:t>Rascunhar</a:t>
            </a:r>
            <a:r>
              <a:rPr lang="pt-BR" sz="1400"/>
              <a:t> codificação inicial de respostas abertas; </a:t>
            </a:r>
            <a:endParaRPr lang="pt-BR" sz="1400">
              <a:solidFill>
                <a:schemeClr val="tx2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2"/>
                </a:solidFill>
              </a:rPr>
              <a:t>Geração de hipóteses </a:t>
            </a:r>
            <a:r>
              <a:rPr lang="pt-BR" sz="1400"/>
              <a:t>para análise qualitativa.</a:t>
            </a:r>
          </a:p>
          <a:p>
            <a:pPr marL="0" indent="0"/>
            <a:endParaRPr lang="pt-BR" sz="1400" kern="0"/>
          </a:p>
          <a:p>
            <a:pPr marL="0" indent="0"/>
            <a:endParaRPr lang="pt-BR" sz="1400" kern="0"/>
          </a:p>
          <a:p>
            <a:pPr marL="0" indent="0"/>
            <a:endParaRPr lang="pt-BR" sz="1400" kern="0"/>
          </a:p>
        </p:txBody>
      </p:sp>
      <p:sp>
        <p:nvSpPr>
          <p:cNvPr id="27" name="Google Shape;452;p36">
            <a:extLst>
              <a:ext uri="{FF2B5EF4-FFF2-40B4-BE49-F238E27FC236}">
                <a16:creationId xmlns:a16="http://schemas.microsoft.com/office/drawing/2014/main" id="{3814442D-7254-A564-9B0C-9C3994573775}"/>
              </a:ext>
            </a:extLst>
          </p:cNvPr>
          <p:cNvSpPr txBox="1">
            <a:spLocks/>
          </p:cNvSpPr>
          <p:nvPr/>
        </p:nvSpPr>
        <p:spPr>
          <a:xfrm>
            <a:off x="8282698" y="1272206"/>
            <a:ext cx="3707543" cy="951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marL="0" indent="0" algn="ctr"/>
            <a:r>
              <a:rPr lang="pt-BR" sz="2000" kern="0"/>
              <a:t>IA generativa</a:t>
            </a:r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6E30882A-ED6B-964C-5167-996EDE614165}"/>
              </a:ext>
            </a:extLst>
          </p:cNvPr>
          <p:cNvSpPr/>
          <p:nvPr/>
        </p:nvSpPr>
        <p:spPr>
          <a:xfrm>
            <a:off x="3981493" y="1272209"/>
            <a:ext cx="4318976" cy="5402911"/>
          </a:xfrm>
          <a:custGeom>
            <a:avLst/>
            <a:gdLst>
              <a:gd name="connsiteX0" fmla="*/ 19878 w 4412973"/>
              <a:gd name="connsiteY0" fmla="*/ 9940 h 4273827"/>
              <a:gd name="connsiteX1" fmla="*/ 3667539 w 4412973"/>
              <a:gd name="connsiteY1" fmla="*/ 9940 h 4273827"/>
              <a:gd name="connsiteX2" fmla="*/ 4412973 w 4412973"/>
              <a:gd name="connsiteY2" fmla="*/ 755374 h 4273827"/>
              <a:gd name="connsiteX3" fmla="*/ 4412973 w 4412973"/>
              <a:gd name="connsiteY3" fmla="*/ 4273827 h 4273827"/>
              <a:gd name="connsiteX4" fmla="*/ 636104 w 4412973"/>
              <a:gd name="connsiteY4" fmla="*/ 4273827 h 4273827"/>
              <a:gd name="connsiteX5" fmla="*/ 0 w 4412973"/>
              <a:gd name="connsiteY5" fmla="*/ 3637723 h 4273827"/>
              <a:gd name="connsiteX6" fmla="*/ 0 w 4412973"/>
              <a:gd name="connsiteY6" fmla="*/ 0 h 427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2973" h="4273827">
                <a:moveTo>
                  <a:pt x="19878" y="9940"/>
                </a:moveTo>
                <a:lnTo>
                  <a:pt x="3667539" y="9940"/>
                </a:lnTo>
                <a:lnTo>
                  <a:pt x="4412973" y="755374"/>
                </a:lnTo>
                <a:lnTo>
                  <a:pt x="4412973" y="4273827"/>
                </a:lnTo>
                <a:lnTo>
                  <a:pt x="636104" y="4273827"/>
                </a:lnTo>
                <a:lnTo>
                  <a:pt x="0" y="3637723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718ADB0F-F620-2308-ED00-479794ACFBBE}"/>
              </a:ext>
            </a:extLst>
          </p:cNvPr>
          <p:cNvSpPr/>
          <p:nvPr/>
        </p:nvSpPr>
        <p:spPr>
          <a:xfrm flipH="1">
            <a:off x="142240" y="1272208"/>
            <a:ext cx="3842174" cy="5402911"/>
          </a:xfrm>
          <a:custGeom>
            <a:avLst/>
            <a:gdLst>
              <a:gd name="connsiteX0" fmla="*/ 19878 w 4412973"/>
              <a:gd name="connsiteY0" fmla="*/ 9940 h 4273827"/>
              <a:gd name="connsiteX1" fmla="*/ 3667539 w 4412973"/>
              <a:gd name="connsiteY1" fmla="*/ 9940 h 4273827"/>
              <a:gd name="connsiteX2" fmla="*/ 4412973 w 4412973"/>
              <a:gd name="connsiteY2" fmla="*/ 755374 h 4273827"/>
              <a:gd name="connsiteX3" fmla="*/ 4412973 w 4412973"/>
              <a:gd name="connsiteY3" fmla="*/ 4273827 h 4273827"/>
              <a:gd name="connsiteX4" fmla="*/ 636104 w 4412973"/>
              <a:gd name="connsiteY4" fmla="*/ 4273827 h 4273827"/>
              <a:gd name="connsiteX5" fmla="*/ 0 w 4412973"/>
              <a:gd name="connsiteY5" fmla="*/ 3637723 h 4273827"/>
              <a:gd name="connsiteX6" fmla="*/ 0 w 4412973"/>
              <a:gd name="connsiteY6" fmla="*/ 0 h 427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2973" h="4273827">
                <a:moveTo>
                  <a:pt x="19878" y="9940"/>
                </a:moveTo>
                <a:lnTo>
                  <a:pt x="3667539" y="9940"/>
                </a:lnTo>
                <a:lnTo>
                  <a:pt x="4412973" y="755374"/>
                </a:lnTo>
                <a:lnTo>
                  <a:pt x="4412973" y="4273827"/>
                </a:lnTo>
                <a:lnTo>
                  <a:pt x="636104" y="4273827"/>
                </a:lnTo>
                <a:lnTo>
                  <a:pt x="0" y="3637723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DD79AFE1-3FB5-DA2F-133C-BF93A11B4C8F}"/>
              </a:ext>
            </a:extLst>
          </p:cNvPr>
          <p:cNvSpPr/>
          <p:nvPr/>
        </p:nvSpPr>
        <p:spPr>
          <a:xfrm flipH="1">
            <a:off x="8302543" y="1272208"/>
            <a:ext cx="3707543" cy="5402911"/>
          </a:xfrm>
          <a:custGeom>
            <a:avLst/>
            <a:gdLst>
              <a:gd name="connsiteX0" fmla="*/ 19878 w 4412973"/>
              <a:gd name="connsiteY0" fmla="*/ 9940 h 4273827"/>
              <a:gd name="connsiteX1" fmla="*/ 3667539 w 4412973"/>
              <a:gd name="connsiteY1" fmla="*/ 9940 h 4273827"/>
              <a:gd name="connsiteX2" fmla="*/ 4412973 w 4412973"/>
              <a:gd name="connsiteY2" fmla="*/ 755374 h 4273827"/>
              <a:gd name="connsiteX3" fmla="*/ 4412973 w 4412973"/>
              <a:gd name="connsiteY3" fmla="*/ 4273827 h 4273827"/>
              <a:gd name="connsiteX4" fmla="*/ 636104 w 4412973"/>
              <a:gd name="connsiteY4" fmla="*/ 4273827 h 4273827"/>
              <a:gd name="connsiteX5" fmla="*/ 0 w 4412973"/>
              <a:gd name="connsiteY5" fmla="*/ 3637723 h 4273827"/>
              <a:gd name="connsiteX6" fmla="*/ 0 w 4412973"/>
              <a:gd name="connsiteY6" fmla="*/ 0 h 427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2973" h="4273827">
                <a:moveTo>
                  <a:pt x="19878" y="9940"/>
                </a:moveTo>
                <a:lnTo>
                  <a:pt x="3667539" y="9940"/>
                </a:lnTo>
                <a:lnTo>
                  <a:pt x="4412973" y="755374"/>
                </a:lnTo>
                <a:lnTo>
                  <a:pt x="4412973" y="4273827"/>
                </a:lnTo>
                <a:lnTo>
                  <a:pt x="636104" y="4273827"/>
                </a:lnTo>
                <a:lnTo>
                  <a:pt x="0" y="3637723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28096E35-9905-8B67-4723-31F993ACB7D4}"/>
              </a:ext>
            </a:extLst>
          </p:cNvPr>
          <p:cNvCxnSpPr/>
          <p:nvPr/>
        </p:nvCxnSpPr>
        <p:spPr>
          <a:xfrm flipH="1">
            <a:off x="140166" y="2223560"/>
            <a:ext cx="118699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275;p29">
            <a:extLst>
              <a:ext uri="{FF2B5EF4-FFF2-40B4-BE49-F238E27FC236}">
                <a16:creationId xmlns:a16="http://schemas.microsoft.com/office/drawing/2014/main" id="{B8C0AF2A-C430-1C42-7B38-95D98F942CCD}"/>
              </a:ext>
            </a:extLst>
          </p:cNvPr>
          <p:cNvSpPr txBox="1">
            <a:spLocks/>
          </p:cNvSpPr>
          <p:nvPr/>
        </p:nvSpPr>
        <p:spPr>
          <a:xfrm>
            <a:off x="960000" y="25808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pt-BR" sz="3600" b="0" kern="0" dirty="0">
                <a:solidFill>
                  <a:schemeClr val="tx2"/>
                </a:solidFill>
              </a:rPr>
              <a:t>Técnicas com IA </a:t>
            </a:r>
            <a:r>
              <a:rPr lang="pt-BR" sz="3600" b="0" kern="0" dirty="0"/>
              <a:t>(mapa do território)</a:t>
            </a:r>
            <a:endParaRPr lang="pt-BR" sz="4400" kern="0" dirty="0">
              <a:solidFill>
                <a:srgbClr val="B1FCF1"/>
              </a:solidFill>
            </a:endParaRPr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4202795C-8560-7C31-A3AB-E4A0F0799A13}"/>
              </a:ext>
            </a:extLst>
          </p:cNvPr>
          <p:cNvCxnSpPr/>
          <p:nvPr/>
        </p:nvCxnSpPr>
        <p:spPr>
          <a:xfrm flipH="1">
            <a:off x="119476" y="3228561"/>
            <a:ext cx="1186992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099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"/>
          <p:cNvSpPr txBox="1">
            <a:spLocks noGrp="1"/>
          </p:cNvSpPr>
          <p:nvPr>
            <p:ph type="subTitle" idx="1"/>
          </p:nvPr>
        </p:nvSpPr>
        <p:spPr>
          <a:xfrm>
            <a:off x="269680" y="1847712"/>
            <a:ext cx="7280143" cy="392041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 algn="just">
              <a:buClr>
                <a:schemeClr val="dk1"/>
              </a:buClr>
              <a:buSzPts val="1100"/>
            </a:pPr>
            <a:r>
              <a:rPr lang="pt-BR" sz="2000" b="1"/>
              <a:t>Definição: </a:t>
            </a:r>
            <a:r>
              <a:rPr lang="pt-BR" sz="1600"/>
              <a:t>subárea da IA que faz o computador entender/ analisar/gerar linguagem humana.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endParaRPr lang="pt-BR" sz="1600"/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pt-BR" sz="2000" b="1"/>
              <a:t>Entrada </a:t>
            </a:r>
            <a:r>
              <a:rPr lang="pt-BR" sz="2000"/>
              <a:t>→</a:t>
            </a:r>
            <a:r>
              <a:rPr lang="pt-BR" sz="2000" b="1"/>
              <a:t> Saída: </a:t>
            </a:r>
            <a:r>
              <a:rPr lang="pt-BR" sz="1600"/>
              <a:t>textos (ementas, discursos, tweets) → rótulos, medidas, entidades, semelhança ou resumos.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endParaRPr lang="pt-BR" sz="1600"/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pt-BR" sz="2000" b="1"/>
              <a:t>Peças básicas: </a:t>
            </a:r>
            <a:r>
              <a:rPr lang="pt-BR" sz="1600"/>
              <a:t>tokenização, n-</a:t>
            </a:r>
            <a:r>
              <a:rPr lang="pt-BR" sz="1600" err="1"/>
              <a:t>grams</a:t>
            </a:r>
            <a:r>
              <a:rPr lang="pt-BR" sz="1600"/>
              <a:t>, </a:t>
            </a:r>
            <a:r>
              <a:rPr lang="pt-BR" sz="1600" err="1"/>
              <a:t>BoW</a:t>
            </a:r>
            <a:r>
              <a:rPr lang="pt-BR" sz="1600"/>
              <a:t>/TF-IDF, </a:t>
            </a:r>
            <a:r>
              <a:rPr lang="pt-BR" sz="1600" err="1"/>
              <a:t>embeddings</a:t>
            </a:r>
            <a:r>
              <a:rPr lang="pt-BR" sz="1600"/>
              <a:t>, lematização (cuidado com perdas de sentido).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endParaRPr lang="pt-BR" sz="1600"/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pt-BR" sz="2000" b="1"/>
              <a:t>Tarefas comuns: </a:t>
            </a:r>
            <a:r>
              <a:rPr lang="pt-BR" sz="1600"/>
              <a:t>classificação (tema/sentimento/posição), NER (pessoas/partidos/órgãos/leis), tópicos, busca semântica/ similaridade.</a:t>
            </a:r>
          </a:p>
          <a:p>
            <a:pPr marL="285750" indent="-285750" algn="just">
              <a:buClr>
                <a:schemeClr val="dk1"/>
              </a:buClr>
              <a:buSzPts val="1100"/>
            </a:pPr>
            <a:endParaRPr lang="pt-BR" sz="1600"/>
          </a:p>
          <a:p>
            <a:pPr marL="285750" indent="-285750" algn="just">
              <a:buClr>
                <a:schemeClr val="dk1"/>
              </a:buClr>
              <a:buSzPts val="1100"/>
            </a:pPr>
            <a:r>
              <a:rPr lang="pt-BR" sz="2000" b="1"/>
              <a:t>Por que importa na Ciência Política:</a:t>
            </a:r>
            <a:r>
              <a:rPr lang="pt-BR" sz="1600"/>
              <a:t> quantificar agenda, tom, atores e sua evolução temporal de forma reprodutível.</a:t>
            </a:r>
          </a:p>
        </p:txBody>
      </p:sp>
      <p:grpSp>
        <p:nvGrpSpPr>
          <p:cNvPr id="306" name="Google Shape;306;p31"/>
          <p:cNvGrpSpPr/>
          <p:nvPr/>
        </p:nvGrpSpPr>
        <p:grpSpPr>
          <a:xfrm rot="2442097">
            <a:off x="415318" y="5216937"/>
            <a:ext cx="5019062" cy="2075960"/>
            <a:chOff x="4491336" y="4205038"/>
            <a:chExt cx="3764333" cy="1556985"/>
          </a:xfrm>
        </p:grpSpPr>
        <p:pic>
          <p:nvPicPr>
            <p:cNvPr id="307" name="Google Shape;307;p31"/>
            <p:cNvPicPr preferRelativeResize="0"/>
            <p:nvPr/>
          </p:nvPicPr>
          <p:blipFill rotWithShape="1">
            <a:blip r:embed="rId3">
              <a:alphaModFix/>
            </a:blip>
            <a:srcRect l="20382" t="6848" r="14142" b="69297"/>
            <a:stretch/>
          </p:blipFill>
          <p:spPr>
            <a:xfrm rot="-2700000">
              <a:off x="4491336" y="4390584"/>
              <a:ext cx="3764333" cy="137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6776696" y="4205038"/>
              <a:ext cx="387975" cy="38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7368078" y="4235300"/>
              <a:ext cx="294649" cy="294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6666295" y="4584832"/>
              <a:ext cx="294656" cy="294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5704463" y="5122977"/>
              <a:ext cx="387975" cy="387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2" name="Google Shape;312;p31"/>
          <p:cNvGrpSpPr/>
          <p:nvPr/>
        </p:nvGrpSpPr>
        <p:grpSpPr>
          <a:xfrm rot="-5400000">
            <a:off x="692359" y="332787"/>
            <a:ext cx="517200" cy="773093"/>
            <a:chOff x="8236832" y="1017728"/>
            <a:chExt cx="387900" cy="579820"/>
          </a:xfrm>
        </p:grpSpPr>
        <p:sp>
          <p:nvSpPr>
            <p:cNvPr id="313" name="Google Shape;313;p31"/>
            <p:cNvSpPr/>
            <p:nvPr/>
          </p:nvSpPr>
          <p:spPr>
            <a:xfrm rot="5400000">
              <a:off x="8287232" y="1260047"/>
              <a:ext cx="287100" cy="387900"/>
            </a:xfrm>
            <a:prstGeom prst="chevron">
              <a:avLst>
                <a:gd name="adj" fmla="val 50000"/>
              </a:avLst>
            </a:prstGeom>
            <a:solidFill>
              <a:srgbClr val="87F0E0">
                <a:alpha val="4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 rot="5400000">
              <a:off x="8287232" y="967328"/>
              <a:ext cx="287100" cy="387900"/>
            </a:xfrm>
            <a:prstGeom prst="chevron">
              <a:avLst>
                <a:gd name="adj" fmla="val 50000"/>
              </a:avLst>
            </a:prstGeom>
            <a:solidFill>
              <a:srgbClr val="87F0E0">
                <a:alpha val="4818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" name="Google Shape;258;p28">
            <a:extLst>
              <a:ext uri="{FF2B5EF4-FFF2-40B4-BE49-F238E27FC236}">
                <a16:creationId xmlns:a16="http://schemas.microsoft.com/office/drawing/2014/main" id="{AC7740DF-F126-822A-A83C-64B97FB219A6}"/>
              </a:ext>
            </a:extLst>
          </p:cNvPr>
          <p:cNvGrpSpPr/>
          <p:nvPr/>
        </p:nvGrpSpPr>
        <p:grpSpPr>
          <a:xfrm>
            <a:off x="7427516" y="1508024"/>
            <a:ext cx="4764400" cy="5349976"/>
            <a:chOff x="4563488" y="0"/>
            <a:chExt cx="4580524" cy="5143500"/>
          </a:xfrm>
        </p:grpSpPr>
        <p:grpSp>
          <p:nvGrpSpPr>
            <p:cNvPr id="6" name="Google Shape;259;p28">
              <a:extLst>
                <a:ext uri="{FF2B5EF4-FFF2-40B4-BE49-F238E27FC236}">
                  <a16:creationId xmlns:a16="http://schemas.microsoft.com/office/drawing/2014/main" id="{6012E8DB-B1C4-7699-1CEC-CC9C695EB681}"/>
                </a:ext>
              </a:extLst>
            </p:cNvPr>
            <p:cNvGrpSpPr/>
            <p:nvPr/>
          </p:nvGrpSpPr>
          <p:grpSpPr>
            <a:xfrm>
              <a:off x="4563488" y="0"/>
              <a:ext cx="4580524" cy="5143500"/>
              <a:chOff x="4563475" y="0"/>
              <a:chExt cx="4580524" cy="5143500"/>
            </a:xfrm>
          </p:grpSpPr>
          <p:pic>
            <p:nvPicPr>
              <p:cNvPr id="10" name="Google Shape;260;p28">
                <a:extLst>
                  <a:ext uri="{FF2B5EF4-FFF2-40B4-BE49-F238E27FC236}">
                    <a16:creationId xmlns:a16="http://schemas.microsoft.com/office/drawing/2014/main" id="{818D8360-3F4D-FC4B-1AE9-9C243196F43D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997300" y="3746476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Google Shape;261;p28">
                <a:extLst>
                  <a:ext uri="{FF2B5EF4-FFF2-40B4-BE49-F238E27FC236}">
                    <a16:creationId xmlns:a16="http://schemas.microsoft.com/office/drawing/2014/main" id="{93E75A35-171F-77A0-0BAE-785D9464A21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478700" y="1944778"/>
                <a:ext cx="387973" cy="387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" name="Google Shape;262;p28">
                <a:extLst>
                  <a:ext uri="{FF2B5EF4-FFF2-40B4-BE49-F238E27FC236}">
                    <a16:creationId xmlns:a16="http://schemas.microsoft.com/office/drawing/2014/main" id="{B35A52BD-008A-12CC-7D1A-F61119BA941A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802575" y="3363390"/>
                <a:ext cx="387973" cy="38797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263;p28">
                <a:extLst>
                  <a:ext uri="{FF2B5EF4-FFF2-40B4-BE49-F238E27FC236}">
                    <a16:creationId xmlns:a16="http://schemas.microsoft.com/office/drawing/2014/main" id="{9544425C-1590-8946-5249-4053D7F3A3D2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525350" y="4531438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4" name="Google Shape;264;p28">
                <a:extLst>
                  <a:ext uri="{FF2B5EF4-FFF2-40B4-BE49-F238E27FC236}">
                    <a16:creationId xmlns:a16="http://schemas.microsoft.com/office/drawing/2014/main" id="{BED4030E-DFFC-7232-98D5-0291E5B396A0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l="8881" t="3127" r="14619" b="10962"/>
              <a:stretch/>
            </p:blipFill>
            <p:spPr>
              <a:xfrm>
                <a:off x="4563475" y="0"/>
                <a:ext cx="4580524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265;p28">
                <a:extLst>
                  <a:ext uri="{FF2B5EF4-FFF2-40B4-BE49-F238E27FC236}">
                    <a16:creationId xmlns:a16="http://schemas.microsoft.com/office/drawing/2014/main" id="{60F09E5A-3F59-0B7A-0097-4185184F25BE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 amt="50000"/>
              </a:blip>
              <a:srcRect l="7274" r="5602"/>
              <a:stretch/>
            </p:blipFill>
            <p:spPr>
              <a:xfrm>
                <a:off x="4662975" y="0"/>
                <a:ext cx="4481024" cy="5143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66;p28">
                <a:extLst>
                  <a:ext uri="{FF2B5EF4-FFF2-40B4-BE49-F238E27FC236}">
                    <a16:creationId xmlns:a16="http://schemas.microsoft.com/office/drawing/2014/main" id="{3DEAE96A-AFAC-6C98-293F-A7766D15B2BB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 amt="30000"/>
              </a:blip>
              <a:stretch>
                <a:fillRect/>
              </a:stretch>
            </p:blipFill>
            <p:spPr>
              <a:xfrm>
                <a:off x="4888900" y="553376"/>
                <a:ext cx="4054252" cy="40542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267;p28">
                <a:extLst>
                  <a:ext uri="{FF2B5EF4-FFF2-40B4-BE49-F238E27FC236}">
                    <a16:creationId xmlns:a16="http://schemas.microsoft.com/office/drawing/2014/main" id="{95DAC6E7-D4C6-3188-144A-B4431873E8B9}"/>
                  </a:ext>
                </a:extLst>
              </p:cNvPr>
              <p:cNvPicPr preferRelativeResize="0"/>
              <p:nvPr/>
            </p:nvPicPr>
            <p:blipFill>
              <a:blip r:embed="rId6">
                <a:alphaModFix amt="50000"/>
              </a:blip>
              <a:stretch>
                <a:fillRect/>
              </a:stretch>
            </p:blipFill>
            <p:spPr>
              <a:xfrm>
                <a:off x="5434800" y="1085200"/>
                <a:ext cx="2851001" cy="285100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" name="Google Shape;268;p28">
              <a:extLst>
                <a:ext uri="{FF2B5EF4-FFF2-40B4-BE49-F238E27FC236}">
                  <a16:creationId xmlns:a16="http://schemas.microsoft.com/office/drawing/2014/main" id="{E46036F9-B610-9ADF-5B11-C27E71D3C5C4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92875" y="4250328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269;p28">
              <a:extLst>
                <a:ext uri="{FF2B5EF4-FFF2-40B4-BE49-F238E27FC236}">
                  <a16:creationId xmlns:a16="http://schemas.microsoft.com/office/drawing/2014/main" id="{3F0EF535-7E1C-8C13-9CBA-C6CAD12E69BD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54025" y="1951778"/>
              <a:ext cx="387973" cy="387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270;p28">
              <a:extLst>
                <a:ext uri="{FF2B5EF4-FFF2-40B4-BE49-F238E27FC236}">
                  <a16:creationId xmlns:a16="http://schemas.microsoft.com/office/drawing/2014/main" id="{003EEA05-047E-F2EA-6DCB-CF7172A07544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810075" y="834151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oogle Shape;306;p31">
            <a:extLst>
              <a:ext uri="{FF2B5EF4-FFF2-40B4-BE49-F238E27FC236}">
                <a16:creationId xmlns:a16="http://schemas.microsoft.com/office/drawing/2014/main" id="{C29DECC1-3217-01EB-3144-7708CFE8185D}"/>
              </a:ext>
            </a:extLst>
          </p:cNvPr>
          <p:cNvGrpSpPr/>
          <p:nvPr/>
        </p:nvGrpSpPr>
        <p:grpSpPr>
          <a:xfrm rot="13443137">
            <a:off x="10338728" y="-1652224"/>
            <a:ext cx="4842005" cy="4842005"/>
            <a:chOff x="4557733" y="3260534"/>
            <a:chExt cx="3631539" cy="3631539"/>
          </a:xfrm>
        </p:grpSpPr>
        <p:pic>
          <p:nvPicPr>
            <p:cNvPr id="19" name="Google Shape;307;p31">
              <a:extLst>
                <a:ext uri="{FF2B5EF4-FFF2-40B4-BE49-F238E27FC236}">
                  <a16:creationId xmlns:a16="http://schemas.microsoft.com/office/drawing/2014/main" id="{C4FB2B95-1EF2-CF26-098E-1288DC90BCB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0382" t="6848" r="14142" b="69297"/>
            <a:stretch/>
          </p:blipFill>
          <p:spPr>
            <a:xfrm rot="-2700000">
              <a:off x="4491336" y="4390584"/>
              <a:ext cx="3764333" cy="1371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308;p31">
              <a:extLst>
                <a:ext uri="{FF2B5EF4-FFF2-40B4-BE49-F238E27FC236}">
                  <a16:creationId xmlns:a16="http://schemas.microsoft.com/office/drawing/2014/main" id="{BE5400EC-95DD-5FCA-92A7-DED65609CDC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6776696" y="4205038"/>
              <a:ext cx="387975" cy="387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309;p31">
              <a:extLst>
                <a:ext uri="{FF2B5EF4-FFF2-40B4-BE49-F238E27FC236}">
                  <a16:creationId xmlns:a16="http://schemas.microsoft.com/office/drawing/2014/main" id="{4788A13E-F612-758F-149D-94C23ED70DB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7368078" y="4235300"/>
              <a:ext cx="294649" cy="294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310;p31">
              <a:extLst>
                <a:ext uri="{FF2B5EF4-FFF2-40B4-BE49-F238E27FC236}">
                  <a16:creationId xmlns:a16="http://schemas.microsoft.com/office/drawing/2014/main" id="{4CA7A05B-A1A8-9946-A706-AE18FE2F1E78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6666295" y="4584832"/>
              <a:ext cx="294656" cy="2946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311;p31">
              <a:extLst>
                <a:ext uri="{FF2B5EF4-FFF2-40B4-BE49-F238E27FC236}">
                  <a16:creationId xmlns:a16="http://schemas.microsoft.com/office/drawing/2014/main" id="{CE93E577-7061-39ED-98E6-8D27AE1309D1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2700000">
              <a:off x="5704463" y="5122977"/>
              <a:ext cx="387975" cy="387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" name="Google Shape;312;p31">
            <a:extLst>
              <a:ext uri="{FF2B5EF4-FFF2-40B4-BE49-F238E27FC236}">
                <a16:creationId xmlns:a16="http://schemas.microsoft.com/office/drawing/2014/main" id="{2316BF21-956B-A7F9-2568-B0577AED2DE5}"/>
              </a:ext>
            </a:extLst>
          </p:cNvPr>
          <p:cNvGrpSpPr/>
          <p:nvPr/>
        </p:nvGrpSpPr>
        <p:grpSpPr>
          <a:xfrm rot="5400000">
            <a:off x="11300983" y="6021851"/>
            <a:ext cx="517200" cy="773093"/>
            <a:chOff x="8236832" y="1017728"/>
            <a:chExt cx="387900" cy="579820"/>
          </a:xfrm>
          <a:solidFill>
            <a:schemeClr val="bg1">
              <a:lumMod val="90000"/>
              <a:lumOff val="10000"/>
            </a:schemeClr>
          </a:solidFill>
        </p:grpSpPr>
        <p:sp>
          <p:nvSpPr>
            <p:cNvPr id="25" name="Google Shape;313;p31">
              <a:extLst>
                <a:ext uri="{FF2B5EF4-FFF2-40B4-BE49-F238E27FC236}">
                  <a16:creationId xmlns:a16="http://schemas.microsoft.com/office/drawing/2014/main" id="{BEC8AD1C-5291-CF42-43D4-1A05429A7C69}"/>
                </a:ext>
              </a:extLst>
            </p:cNvPr>
            <p:cNvSpPr/>
            <p:nvPr/>
          </p:nvSpPr>
          <p:spPr>
            <a:xfrm rot="5400000">
              <a:off x="8287232" y="1260047"/>
              <a:ext cx="287100" cy="3879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6" name="Google Shape;314;p31">
              <a:extLst>
                <a:ext uri="{FF2B5EF4-FFF2-40B4-BE49-F238E27FC236}">
                  <a16:creationId xmlns:a16="http://schemas.microsoft.com/office/drawing/2014/main" id="{A3DECC43-9306-CB6D-C038-6E2DA288F6E2}"/>
                </a:ext>
              </a:extLst>
            </p:cNvPr>
            <p:cNvSpPr/>
            <p:nvPr/>
          </p:nvSpPr>
          <p:spPr>
            <a:xfrm rot="5400000">
              <a:off x="8287232" y="967328"/>
              <a:ext cx="287100" cy="387900"/>
            </a:xfrm>
            <a:prstGeom prst="chevron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9" name="Google Shape;275;p29">
            <a:extLst>
              <a:ext uri="{FF2B5EF4-FFF2-40B4-BE49-F238E27FC236}">
                <a16:creationId xmlns:a16="http://schemas.microsoft.com/office/drawing/2014/main" id="{5FDF04FB-4D0D-2F52-FABE-67DEF82129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25808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600" b="0" dirty="0">
                <a:solidFill>
                  <a:srgbClr val="B1FCF1"/>
                </a:solidFill>
              </a:rPr>
              <a:t>O que é </a:t>
            </a:r>
            <a:r>
              <a:rPr lang="pt-BR" sz="3600" dirty="0">
                <a:solidFill>
                  <a:srgbClr val="B1FCF1"/>
                </a:solidFill>
              </a:rPr>
              <a:t>PLN</a:t>
            </a:r>
            <a:r>
              <a:rPr lang="pt-BR" sz="3600" b="0" dirty="0">
                <a:solidFill>
                  <a:srgbClr val="B1FCF1"/>
                </a:solidFill>
              </a:rPr>
              <a:t> </a:t>
            </a:r>
            <a:br>
              <a:rPr lang="pt-BR" sz="3600" b="0" dirty="0">
                <a:solidFill>
                  <a:srgbClr val="B1FCF1"/>
                </a:solidFill>
              </a:rPr>
            </a:br>
            <a:r>
              <a:rPr lang="pt-BR" sz="2000" b="0" dirty="0">
                <a:solidFill>
                  <a:schemeClr val="tx1"/>
                </a:solidFill>
              </a:rPr>
              <a:t>Processamento de Linguagem Natural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1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56FAE920-3CB4-7594-4897-E6156DA8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8CF931D-5E76-28E1-4DDB-6EFF537BCA7B}"/>
              </a:ext>
            </a:extLst>
          </p:cNvPr>
          <p:cNvSpPr/>
          <p:nvPr/>
        </p:nvSpPr>
        <p:spPr>
          <a:xfrm>
            <a:off x="-41910" y="1113423"/>
            <a:ext cx="731520" cy="39738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AB7C75AA-82A8-358A-99C4-74B211DDDBF5}"/>
              </a:ext>
            </a:extLst>
          </p:cNvPr>
          <p:cNvSpPr/>
          <p:nvPr/>
        </p:nvSpPr>
        <p:spPr>
          <a:xfrm>
            <a:off x="-41910" y="1113424"/>
            <a:ext cx="742950" cy="745855"/>
          </a:xfrm>
          <a:custGeom>
            <a:avLst/>
            <a:gdLst>
              <a:gd name="connsiteX0" fmla="*/ 365760 w 365760"/>
              <a:gd name="connsiteY0" fmla="*/ 0 h 807720"/>
              <a:gd name="connsiteX1" fmla="*/ 365760 w 365760"/>
              <a:gd name="connsiteY1" fmla="*/ 441960 h 807720"/>
              <a:gd name="connsiteX2" fmla="*/ 0 w 365760"/>
              <a:gd name="connsiteY2" fmla="*/ 807720 h 807720"/>
              <a:gd name="connsiteX3" fmla="*/ 0 w 365760"/>
              <a:gd name="connsiteY3" fmla="*/ 373380 h 807720"/>
              <a:gd name="connsiteX4" fmla="*/ 365760 w 365760"/>
              <a:gd name="connsiteY4" fmla="*/ 76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807720">
                <a:moveTo>
                  <a:pt x="365760" y="0"/>
                </a:moveTo>
                <a:lnTo>
                  <a:pt x="365760" y="441960"/>
                </a:lnTo>
                <a:lnTo>
                  <a:pt x="0" y="807720"/>
                </a:lnTo>
                <a:lnTo>
                  <a:pt x="0" y="373380"/>
                </a:lnTo>
                <a:lnTo>
                  <a:pt x="365760" y="7620"/>
                </a:lnTo>
              </a:path>
            </a:pathLst>
          </a:cu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957832C-F628-AF39-D836-B559BE5AAA3E}"/>
              </a:ext>
            </a:extLst>
          </p:cNvPr>
          <p:cNvSpPr/>
          <p:nvPr/>
        </p:nvSpPr>
        <p:spPr>
          <a:xfrm>
            <a:off x="-335667" y="1428549"/>
            <a:ext cx="7442523" cy="745855"/>
          </a:xfrm>
          <a:prstGeom prst="roundRect">
            <a:avLst>
              <a:gd name="adj" fmla="val 32589"/>
            </a:avLst>
          </a:prstGeom>
          <a:solidFill>
            <a:srgbClr val="0579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7DD8AED5-AE2F-1B45-F541-46D666BE53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7976" y="3226425"/>
            <a:ext cx="3454097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minúsculas; acentos padronizados; negações (“não”, “sem”); números/leis (ex.: 11.340/2006).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0FC5C727-EAE4-1E5B-EAFA-2764A74C90B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771998" y="3226425"/>
            <a:ext cx="3454097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 err="1"/>
              <a:t>violência_doméstica</a:t>
            </a:r>
            <a:r>
              <a:rPr lang="pt-BR" sz="1400"/>
              <a:t>, </a:t>
            </a:r>
            <a:r>
              <a:rPr lang="pt-BR" sz="1400" err="1"/>
              <a:t>licença_maternidade</a:t>
            </a:r>
            <a:r>
              <a:rPr lang="pt-BR" sz="1400"/>
              <a:t>.</a:t>
            </a:r>
          </a:p>
        </p:txBody>
      </p:sp>
      <p:sp>
        <p:nvSpPr>
          <p:cNvPr id="450" name="Google Shape;450;p36">
            <a:extLst>
              <a:ext uri="{FF2B5EF4-FFF2-40B4-BE49-F238E27FC236}">
                <a16:creationId xmlns:a16="http://schemas.microsoft.com/office/drawing/2014/main" id="{6AA74376-D8DD-7735-0E32-D4535CBA1C9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97976" y="5111321"/>
            <a:ext cx="3454098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/>
              <a:t>preferir a leve; evitar </a:t>
            </a:r>
            <a:r>
              <a:rPr lang="pt-BR" sz="1400" err="1"/>
              <a:t>stemming</a:t>
            </a:r>
            <a:r>
              <a:rPr lang="pt-BR" sz="1400"/>
              <a:t> agressivo.</a:t>
            </a:r>
          </a:p>
        </p:txBody>
      </p:sp>
      <p:sp>
        <p:nvSpPr>
          <p:cNvPr id="451" name="Google Shape;451;p36">
            <a:extLst>
              <a:ext uri="{FF2B5EF4-FFF2-40B4-BE49-F238E27FC236}">
                <a16:creationId xmlns:a16="http://schemas.microsoft.com/office/drawing/2014/main" id="{14568026-4BFB-CB4E-B089-B405A5BA169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503896" y="3230710"/>
            <a:ext cx="3454096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/>
              <a:t>mapear (PL/PEC/STF/MJSP; partidos/órgãos).</a:t>
            </a:r>
          </a:p>
        </p:txBody>
      </p:sp>
      <p:sp>
        <p:nvSpPr>
          <p:cNvPr id="452" name="Google Shape;452;p36">
            <a:extLst>
              <a:ext uri="{FF2B5EF4-FFF2-40B4-BE49-F238E27FC236}">
                <a16:creationId xmlns:a16="http://schemas.microsoft.com/office/drawing/2014/main" id="{1D2A8131-D3AA-97A9-91C3-595BCAB45F37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097976" y="2707910"/>
            <a:ext cx="2872135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Manter/</a:t>
            </a:r>
          </a:p>
          <a:p>
            <a:pPr marL="0" indent="0"/>
            <a:r>
              <a:rPr lang="pt-BR">
                <a:solidFill>
                  <a:schemeClr val="bg2"/>
                </a:solidFill>
              </a:rPr>
              <a:t>normalizar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3" name="Google Shape;453;p36">
            <a:extLst>
              <a:ext uri="{FF2B5EF4-FFF2-40B4-BE49-F238E27FC236}">
                <a16:creationId xmlns:a16="http://schemas.microsoft.com/office/drawing/2014/main" id="{08E84C7C-FD50-2380-5825-454E75AC8830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772000" y="2707910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Expressões </a:t>
            </a:r>
            <a:r>
              <a:rPr lang="pt-BR" err="1">
                <a:solidFill>
                  <a:schemeClr val="bg2"/>
                </a:solidFill>
              </a:rPr>
              <a:t>multi-palavra</a:t>
            </a:r>
            <a:r>
              <a:rPr lang="pt-BR">
                <a:solidFill>
                  <a:schemeClr val="bg2"/>
                </a:solidFill>
              </a:rPr>
              <a:t> 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4" name="Google Shape;454;p36">
            <a:extLst>
              <a:ext uri="{FF2B5EF4-FFF2-40B4-BE49-F238E27FC236}">
                <a16:creationId xmlns:a16="http://schemas.microsoft.com/office/drawing/2014/main" id="{05B30A3B-6E66-3D8E-1CD5-023CA235017D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4772003" y="4588521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 err="1">
                <a:solidFill>
                  <a:schemeClr val="bg2"/>
                </a:solidFill>
              </a:rPr>
              <a:t>Stopwords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5" name="Google Shape;455;p36">
            <a:extLst>
              <a:ext uri="{FF2B5EF4-FFF2-40B4-BE49-F238E27FC236}">
                <a16:creationId xmlns:a16="http://schemas.microsoft.com/office/drawing/2014/main" id="{7E8C8434-F5AB-D0AD-9850-4566C2BEA63E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71999" y="5107036"/>
            <a:ext cx="3558092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/>
              <a:t>usar com parcimônia; não remover termos substantivos (ex.: “contra”, “de”).</a:t>
            </a:r>
            <a:endParaRPr sz="1400"/>
          </a:p>
        </p:txBody>
      </p:sp>
      <p:sp>
        <p:nvSpPr>
          <p:cNvPr id="456" name="Google Shape;456;p36">
            <a:extLst>
              <a:ext uri="{FF2B5EF4-FFF2-40B4-BE49-F238E27FC236}">
                <a16:creationId xmlns:a16="http://schemas.microsoft.com/office/drawing/2014/main" id="{50C31D0A-A0F0-C0E8-C56D-18F4F444F4F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503895" y="5111321"/>
            <a:ext cx="2914411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/>
              <a:t>documentar escolhas para reprodutibilidade.</a:t>
            </a:r>
            <a:endParaRPr sz="1400"/>
          </a:p>
        </p:txBody>
      </p:sp>
      <p:sp>
        <p:nvSpPr>
          <p:cNvPr id="457" name="Google Shape;457;p36">
            <a:extLst>
              <a:ext uri="{FF2B5EF4-FFF2-40B4-BE49-F238E27FC236}">
                <a16:creationId xmlns:a16="http://schemas.microsoft.com/office/drawing/2014/main" id="{31992400-B23A-9932-A23B-E5521D0A2BA3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97977" y="4588521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Lematização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8" name="Google Shape;458;p36">
            <a:extLst>
              <a:ext uri="{FF2B5EF4-FFF2-40B4-BE49-F238E27FC236}">
                <a16:creationId xmlns:a16="http://schemas.microsoft.com/office/drawing/2014/main" id="{7D7CD205-7D90-D2B1-A734-04B1F0EC037E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8503899" y="2707910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Siglas e nomes próprios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9" name="Google Shape;459;p36">
            <a:extLst>
              <a:ext uri="{FF2B5EF4-FFF2-40B4-BE49-F238E27FC236}">
                <a16:creationId xmlns:a16="http://schemas.microsoft.com/office/drawing/2014/main" id="{B8A03068-5D8D-28B2-5E4B-66721DC2BE68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8503900" y="4588521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Log de decisões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2" name="Google Shape;275;p29">
            <a:extLst>
              <a:ext uri="{FF2B5EF4-FFF2-40B4-BE49-F238E27FC236}">
                <a16:creationId xmlns:a16="http://schemas.microsoft.com/office/drawing/2014/main" id="{FF46FB8D-278E-C856-8FD0-0F798EB28B06}"/>
              </a:ext>
            </a:extLst>
          </p:cNvPr>
          <p:cNvSpPr txBox="1">
            <a:spLocks/>
          </p:cNvSpPr>
          <p:nvPr/>
        </p:nvSpPr>
        <p:spPr>
          <a:xfrm>
            <a:off x="960000" y="25808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pt-BR" sz="2000" b="0" kern="0"/>
              <a:t>PLN</a:t>
            </a:r>
            <a:br>
              <a:rPr lang="pt-BR" sz="2000" b="0" kern="0"/>
            </a:br>
            <a:r>
              <a:rPr lang="pt-BR" sz="3600" b="0" kern="0">
                <a:solidFill>
                  <a:srgbClr val="B1FCF1"/>
                </a:solidFill>
              </a:rPr>
              <a:t>Principais Conceitos</a:t>
            </a:r>
            <a:endParaRPr lang="pt-BR" kern="0">
              <a:solidFill>
                <a:srgbClr val="B1FCF1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94A8B89-68F1-2D05-882C-E595CBDD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46" y="1453769"/>
            <a:ext cx="102789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kern="0" dirty="0">
                <a:solidFill>
                  <a:schemeClr val="bg2"/>
                </a:solidFill>
              </a:rPr>
              <a:t>Pré-processamento consciente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400" kern="0" dirty="0"/>
              <a:t>Como limpar os textos sem perder o contexto?</a:t>
            </a:r>
          </a:p>
        </p:txBody>
      </p:sp>
    </p:spTree>
    <p:extLst>
      <p:ext uri="{BB962C8B-B14F-4D97-AF65-F5344CB8AC3E}">
        <p14:creationId xmlns:p14="http://schemas.microsoft.com/office/powerpoint/2010/main" val="3524560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BE1B4659-1722-E9BE-72B6-C8A07C10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69E2D2D-C82B-B32B-A79B-A36025A1D132}"/>
              </a:ext>
            </a:extLst>
          </p:cNvPr>
          <p:cNvSpPr/>
          <p:nvPr/>
        </p:nvSpPr>
        <p:spPr>
          <a:xfrm>
            <a:off x="-41910" y="1113423"/>
            <a:ext cx="731520" cy="39738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1F43E8D1-869B-0D4B-89A2-B4A0F170121E}"/>
              </a:ext>
            </a:extLst>
          </p:cNvPr>
          <p:cNvSpPr/>
          <p:nvPr/>
        </p:nvSpPr>
        <p:spPr>
          <a:xfrm>
            <a:off x="-41910" y="1113424"/>
            <a:ext cx="742950" cy="745855"/>
          </a:xfrm>
          <a:custGeom>
            <a:avLst/>
            <a:gdLst>
              <a:gd name="connsiteX0" fmla="*/ 365760 w 365760"/>
              <a:gd name="connsiteY0" fmla="*/ 0 h 807720"/>
              <a:gd name="connsiteX1" fmla="*/ 365760 w 365760"/>
              <a:gd name="connsiteY1" fmla="*/ 441960 h 807720"/>
              <a:gd name="connsiteX2" fmla="*/ 0 w 365760"/>
              <a:gd name="connsiteY2" fmla="*/ 807720 h 807720"/>
              <a:gd name="connsiteX3" fmla="*/ 0 w 365760"/>
              <a:gd name="connsiteY3" fmla="*/ 373380 h 807720"/>
              <a:gd name="connsiteX4" fmla="*/ 365760 w 365760"/>
              <a:gd name="connsiteY4" fmla="*/ 76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807720">
                <a:moveTo>
                  <a:pt x="365760" y="0"/>
                </a:moveTo>
                <a:lnTo>
                  <a:pt x="365760" y="441960"/>
                </a:lnTo>
                <a:lnTo>
                  <a:pt x="0" y="807720"/>
                </a:lnTo>
                <a:lnTo>
                  <a:pt x="0" y="373380"/>
                </a:lnTo>
                <a:lnTo>
                  <a:pt x="365760" y="7620"/>
                </a:lnTo>
              </a:path>
            </a:pathLst>
          </a:cu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FFA924D-6629-01D1-8DBD-60A65D95F01A}"/>
              </a:ext>
            </a:extLst>
          </p:cNvPr>
          <p:cNvSpPr/>
          <p:nvPr/>
        </p:nvSpPr>
        <p:spPr>
          <a:xfrm>
            <a:off x="-335667" y="1428549"/>
            <a:ext cx="11247507" cy="745855"/>
          </a:xfrm>
          <a:prstGeom prst="roundRect">
            <a:avLst>
              <a:gd name="adj" fmla="val 32589"/>
            </a:avLst>
          </a:prstGeom>
          <a:solidFill>
            <a:srgbClr val="0579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392A91ED-5CD1-CBB7-0D82-179257A6BE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7976" y="2925480"/>
            <a:ext cx="3229962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Quebrar em unidades (‘Lei’, ‘Maria’, ‘da’, ‘Penha’). Podemos preservar expressões (‘</a:t>
            </a:r>
            <a:r>
              <a:rPr lang="pt-BR" sz="1400" err="1"/>
              <a:t>violência_doméstica</a:t>
            </a:r>
            <a:r>
              <a:rPr lang="pt-BR" sz="1400"/>
              <a:t>’) para não perder sentido.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25FDD9B8-52B0-32A5-6829-98CBFD21B95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771998" y="2925480"/>
            <a:ext cx="3149937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pt-BR" sz="1400"/>
              <a:t>Pares/trios de palavras capturam contexto curto (‘violência contra’, ‘licença maternidade’).</a:t>
            </a:r>
          </a:p>
        </p:txBody>
      </p:sp>
      <p:sp>
        <p:nvSpPr>
          <p:cNvPr id="450" name="Google Shape;450;p36">
            <a:extLst>
              <a:ext uri="{FF2B5EF4-FFF2-40B4-BE49-F238E27FC236}">
                <a16:creationId xmlns:a16="http://schemas.microsoft.com/office/drawing/2014/main" id="{2790A526-0299-8B31-EF3B-52162694FAD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97976" y="4810376"/>
            <a:ext cx="3229962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Vetores densos que capturam semelhança semântica; ‘feminicídio’ fica próximo de ‘violência de gênero’. Úteis para busca, cluster e melhorar classificadores.</a:t>
            </a:r>
          </a:p>
        </p:txBody>
      </p:sp>
      <p:sp>
        <p:nvSpPr>
          <p:cNvPr id="451" name="Google Shape;451;p36">
            <a:extLst>
              <a:ext uri="{FF2B5EF4-FFF2-40B4-BE49-F238E27FC236}">
                <a16:creationId xmlns:a16="http://schemas.microsoft.com/office/drawing/2014/main" id="{BBD09A0B-2B01-F272-C0A8-5F548B50E8B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432776" y="2929765"/>
            <a:ext cx="3423944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 dirty="0"/>
              <a:t>Contagem e peso de termos; TF-IDF destaca palavras características de um documento, ótimo para classificação e busca.</a:t>
            </a:r>
          </a:p>
        </p:txBody>
      </p:sp>
      <p:sp>
        <p:nvSpPr>
          <p:cNvPr id="452" name="Google Shape;452;p36">
            <a:extLst>
              <a:ext uri="{FF2B5EF4-FFF2-40B4-BE49-F238E27FC236}">
                <a16:creationId xmlns:a16="http://schemas.microsoft.com/office/drawing/2014/main" id="{CC4190DD-B3DD-96E3-969D-0726A494FAEC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097976" y="2406965"/>
            <a:ext cx="2872135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Tokenização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3" name="Google Shape;453;p36">
            <a:extLst>
              <a:ext uri="{FF2B5EF4-FFF2-40B4-BE49-F238E27FC236}">
                <a16:creationId xmlns:a16="http://schemas.microsoft.com/office/drawing/2014/main" id="{B322314E-FA37-4B4A-40A6-270A5BA4C796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772000" y="2406965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n-</a:t>
            </a:r>
            <a:r>
              <a:rPr lang="pt-BR" err="1">
                <a:solidFill>
                  <a:schemeClr val="bg2"/>
                </a:solidFill>
              </a:rPr>
              <a:t>grams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4" name="Google Shape;454;p36">
            <a:extLst>
              <a:ext uri="{FF2B5EF4-FFF2-40B4-BE49-F238E27FC236}">
                <a16:creationId xmlns:a16="http://schemas.microsoft.com/office/drawing/2014/main" id="{C714759B-2700-17BF-39B4-5F64EC706A66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4772003" y="4287576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Lematização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5" name="Google Shape;455;p36">
            <a:extLst>
              <a:ext uri="{FF2B5EF4-FFF2-40B4-BE49-F238E27FC236}">
                <a16:creationId xmlns:a16="http://schemas.microsoft.com/office/drawing/2014/main" id="{0608CA2B-8253-3FDB-EFB1-DEDE13F570F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771999" y="4806091"/>
            <a:ext cx="3465490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Reduzir ‘votando’, ‘votou’ → ‘votar’. </a:t>
            </a:r>
          </a:p>
          <a:p>
            <a:pPr marL="0" indent="0" algn="just"/>
            <a:endParaRPr lang="pt-BR" sz="500"/>
          </a:p>
          <a:p>
            <a:pPr marL="0" indent="0" algn="just"/>
            <a:r>
              <a:rPr lang="pt-BR" sz="1400">
                <a:solidFill>
                  <a:schemeClr val="bg2"/>
                </a:solidFill>
              </a:rPr>
              <a:t>Cuidado: </a:t>
            </a:r>
            <a:r>
              <a:rPr lang="pt-BR" sz="1400"/>
              <a:t>em textos jurídicos/políticos, agressividade no pré-processamento pode apagar nuances (não remover ‘não’, manter números/leis).</a:t>
            </a:r>
            <a:endParaRPr sz="1400"/>
          </a:p>
        </p:txBody>
      </p:sp>
      <p:sp>
        <p:nvSpPr>
          <p:cNvPr id="457" name="Google Shape;457;p36">
            <a:extLst>
              <a:ext uri="{FF2B5EF4-FFF2-40B4-BE49-F238E27FC236}">
                <a16:creationId xmlns:a16="http://schemas.microsoft.com/office/drawing/2014/main" id="{E23E41AA-D7D2-5271-9B3D-93135CD9C886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97977" y="4287576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 err="1">
                <a:solidFill>
                  <a:schemeClr val="bg2"/>
                </a:solidFill>
              </a:rPr>
              <a:t>Embeddings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8" name="Google Shape;458;p36">
            <a:extLst>
              <a:ext uri="{FF2B5EF4-FFF2-40B4-BE49-F238E27FC236}">
                <a16:creationId xmlns:a16="http://schemas.microsoft.com/office/drawing/2014/main" id="{43AA3F78-3462-9526-5407-8772DE6D6D74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8432779" y="2406965"/>
            <a:ext cx="2648000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 err="1">
                <a:solidFill>
                  <a:schemeClr val="bg2"/>
                </a:solidFill>
              </a:rPr>
              <a:t>BoW</a:t>
            </a:r>
            <a:r>
              <a:rPr lang="pt-BR">
                <a:solidFill>
                  <a:schemeClr val="bg2"/>
                </a:solidFill>
              </a:rPr>
              <a:t>/TF-IDF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2" name="Google Shape;275;p29">
            <a:extLst>
              <a:ext uri="{FF2B5EF4-FFF2-40B4-BE49-F238E27FC236}">
                <a16:creationId xmlns:a16="http://schemas.microsoft.com/office/drawing/2014/main" id="{8A40E1F6-DC26-F549-514A-7EAC3DB0ECD6}"/>
              </a:ext>
            </a:extLst>
          </p:cNvPr>
          <p:cNvSpPr txBox="1">
            <a:spLocks/>
          </p:cNvSpPr>
          <p:nvPr/>
        </p:nvSpPr>
        <p:spPr>
          <a:xfrm>
            <a:off x="960000" y="25808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pt-BR" sz="2000" b="0" kern="0"/>
              <a:t>PLN</a:t>
            </a:r>
            <a:br>
              <a:rPr lang="pt-BR" sz="2000" b="0" kern="0"/>
            </a:br>
            <a:r>
              <a:rPr lang="pt-BR" sz="3600" b="0" kern="0">
                <a:solidFill>
                  <a:srgbClr val="B1FCF1"/>
                </a:solidFill>
              </a:rPr>
              <a:t>Principais Conceitos</a:t>
            </a:r>
            <a:endParaRPr lang="pt-BR" kern="0">
              <a:solidFill>
                <a:srgbClr val="B1FCF1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3838CE5C-7850-0C35-5763-DBF132F4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46" y="1453769"/>
            <a:ext cx="1062075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kern="0">
                <a:solidFill>
                  <a:schemeClr val="bg2"/>
                </a:solidFill>
              </a:rPr>
              <a:t>Unidades &amp; representação (tokenização, n-</a:t>
            </a:r>
            <a:r>
              <a:rPr lang="pt-BR" sz="1600" kern="0" err="1">
                <a:solidFill>
                  <a:schemeClr val="bg2"/>
                </a:solidFill>
              </a:rPr>
              <a:t>grams</a:t>
            </a:r>
            <a:r>
              <a:rPr lang="pt-BR" sz="1600" kern="0">
                <a:solidFill>
                  <a:schemeClr val="bg2"/>
                </a:solidFill>
              </a:rPr>
              <a:t>, </a:t>
            </a:r>
            <a:r>
              <a:rPr lang="pt-BR" sz="1600" kern="0" err="1">
                <a:solidFill>
                  <a:schemeClr val="bg2"/>
                </a:solidFill>
              </a:rPr>
              <a:t>BoW</a:t>
            </a:r>
            <a:r>
              <a:rPr lang="pt-BR" sz="1600" kern="0">
                <a:solidFill>
                  <a:schemeClr val="bg2"/>
                </a:solidFill>
              </a:rPr>
              <a:t>/TF-IDF, </a:t>
            </a:r>
            <a:r>
              <a:rPr lang="pt-BR" sz="1600" kern="0" err="1">
                <a:solidFill>
                  <a:schemeClr val="bg2"/>
                </a:solidFill>
              </a:rPr>
              <a:t>embeddings</a:t>
            </a:r>
            <a:r>
              <a:rPr lang="pt-BR" sz="1600" kern="0">
                <a:solidFill>
                  <a:schemeClr val="bg2"/>
                </a:solidFill>
              </a:rPr>
              <a:t>)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400" kern="0"/>
              <a:t>Para o algoritmo, texto é vetor de números. Como construímos esse vetor?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3B06E1-C6DC-D6FE-6D73-09B26233B1C7}"/>
              </a:ext>
            </a:extLst>
          </p:cNvPr>
          <p:cNvSpPr txBox="1"/>
          <p:nvPr/>
        </p:nvSpPr>
        <p:spPr>
          <a:xfrm>
            <a:off x="8446028" y="4287576"/>
            <a:ext cx="3745971" cy="2458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dirty="0"/>
              <a:t>Tokens → não, amplia, </a:t>
            </a:r>
            <a:r>
              <a:rPr lang="pt-BR" dirty="0" err="1"/>
              <a:t>licença_maternidade</a:t>
            </a:r>
            <a:endParaRPr lang="pt-B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br>
              <a:rPr lang="pt-BR" dirty="0"/>
            </a:br>
            <a:r>
              <a:rPr lang="pt-BR" dirty="0"/>
              <a:t>n-</a:t>
            </a:r>
            <a:r>
              <a:rPr lang="pt-BR" dirty="0" err="1"/>
              <a:t>grams</a:t>
            </a:r>
            <a:r>
              <a:rPr lang="pt-BR" dirty="0"/>
              <a:t> → </a:t>
            </a:r>
            <a:r>
              <a:rPr lang="pt-BR" dirty="0" err="1"/>
              <a:t>não_amplia</a:t>
            </a:r>
            <a:r>
              <a:rPr lang="pt-BR" dirty="0"/>
              <a:t>, </a:t>
            </a:r>
            <a:r>
              <a:rPr lang="pt-BR" dirty="0" err="1"/>
              <a:t>licença_maternidade</a:t>
            </a:r>
            <a:r>
              <a:rPr lang="pt-BR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br>
              <a:rPr lang="pt-BR" dirty="0"/>
            </a:br>
            <a:r>
              <a:rPr lang="pt-BR" dirty="0"/>
              <a:t>TF-IDF dá peso alto para </a:t>
            </a:r>
            <a:r>
              <a:rPr lang="pt-BR" dirty="0" err="1"/>
              <a:t>licença_maternidade</a:t>
            </a:r>
            <a:r>
              <a:rPr lang="pt-BR" dirty="0"/>
              <a:t>;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dirty="0" err="1"/>
              <a:t>embeddings</a:t>
            </a:r>
            <a:r>
              <a:rPr lang="pt-BR" dirty="0"/>
              <a:t> → colocam o texto perto de outros sobre direitos das mulheres.”</a:t>
            </a:r>
          </a:p>
        </p:txBody>
      </p:sp>
    </p:spTree>
    <p:extLst>
      <p:ext uri="{BB962C8B-B14F-4D97-AF65-F5344CB8AC3E}">
        <p14:creationId xmlns:p14="http://schemas.microsoft.com/office/powerpoint/2010/main" val="179234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7FA89BD3-80FF-AC1B-573D-FF60823F6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6AFAA19D-D86C-F886-5FAD-C2D427B87409}"/>
              </a:ext>
            </a:extLst>
          </p:cNvPr>
          <p:cNvSpPr/>
          <p:nvPr/>
        </p:nvSpPr>
        <p:spPr>
          <a:xfrm>
            <a:off x="-41910" y="1113423"/>
            <a:ext cx="731520" cy="39738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A4474E9A-F87C-2153-8064-B77884D485FC}"/>
              </a:ext>
            </a:extLst>
          </p:cNvPr>
          <p:cNvSpPr/>
          <p:nvPr/>
        </p:nvSpPr>
        <p:spPr>
          <a:xfrm>
            <a:off x="-41910" y="1113424"/>
            <a:ext cx="742950" cy="745855"/>
          </a:xfrm>
          <a:custGeom>
            <a:avLst/>
            <a:gdLst>
              <a:gd name="connsiteX0" fmla="*/ 365760 w 365760"/>
              <a:gd name="connsiteY0" fmla="*/ 0 h 807720"/>
              <a:gd name="connsiteX1" fmla="*/ 365760 w 365760"/>
              <a:gd name="connsiteY1" fmla="*/ 441960 h 807720"/>
              <a:gd name="connsiteX2" fmla="*/ 0 w 365760"/>
              <a:gd name="connsiteY2" fmla="*/ 807720 h 807720"/>
              <a:gd name="connsiteX3" fmla="*/ 0 w 365760"/>
              <a:gd name="connsiteY3" fmla="*/ 373380 h 807720"/>
              <a:gd name="connsiteX4" fmla="*/ 365760 w 365760"/>
              <a:gd name="connsiteY4" fmla="*/ 76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807720">
                <a:moveTo>
                  <a:pt x="365760" y="0"/>
                </a:moveTo>
                <a:lnTo>
                  <a:pt x="365760" y="441960"/>
                </a:lnTo>
                <a:lnTo>
                  <a:pt x="0" y="807720"/>
                </a:lnTo>
                <a:lnTo>
                  <a:pt x="0" y="373380"/>
                </a:lnTo>
                <a:lnTo>
                  <a:pt x="365760" y="7620"/>
                </a:lnTo>
              </a:path>
            </a:pathLst>
          </a:cu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E41FA2C-D92B-7B8E-2C5A-9C77455D2AA6}"/>
              </a:ext>
            </a:extLst>
          </p:cNvPr>
          <p:cNvSpPr/>
          <p:nvPr/>
        </p:nvSpPr>
        <p:spPr>
          <a:xfrm>
            <a:off x="-335667" y="1428549"/>
            <a:ext cx="11247507" cy="745855"/>
          </a:xfrm>
          <a:prstGeom prst="roundRect">
            <a:avLst>
              <a:gd name="adj" fmla="val 32589"/>
            </a:avLst>
          </a:prstGeom>
          <a:solidFill>
            <a:srgbClr val="0579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9CA09A80-E9BB-C82E-71DF-68094067C3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97976" y="3353750"/>
            <a:ext cx="3660774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 dirty="0"/>
              <a:t>atribuir rótulos - tema (segurança, saúde), sentimento/valência (positivo/negativo/ neutro), posição (pro/contra). 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120A58E6-07CF-9B1B-BEE0-A3454338ED9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34048" y="3353750"/>
            <a:ext cx="3110360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 dirty="0"/>
              <a:t>descobrir temas latentes em </a:t>
            </a:r>
            <a:r>
              <a:rPr lang="pt-BR" sz="1400" dirty="0" err="1"/>
              <a:t>PLs</a:t>
            </a:r>
            <a:r>
              <a:rPr lang="pt-BR" sz="1400" dirty="0"/>
              <a:t>/ discursos/tweets e acompanhar a evolução temporal desses temas.</a:t>
            </a:r>
          </a:p>
        </p:txBody>
      </p:sp>
      <p:sp>
        <p:nvSpPr>
          <p:cNvPr id="450" name="Google Shape;450;p36">
            <a:extLst>
              <a:ext uri="{FF2B5EF4-FFF2-40B4-BE49-F238E27FC236}">
                <a16:creationId xmlns:a16="http://schemas.microsoft.com/office/drawing/2014/main" id="{0D5CBABA-D4CB-3135-DA27-6785820B929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097976" y="5238646"/>
            <a:ext cx="3660774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identificar pessoas, partidos, órgãos, leis; </a:t>
            </a:r>
          </a:p>
        </p:txBody>
      </p:sp>
      <p:sp>
        <p:nvSpPr>
          <p:cNvPr id="451" name="Google Shape;451;p36">
            <a:extLst>
              <a:ext uri="{FF2B5EF4-FFF2-40B4-BE49-F238E27FC236}">
                <a16:creationId xmlns:a16="http://schemas.microsoft.com/office/drawing/2014/main" id="{535B7272-93F8-741D-87CE-C052B9E8C1B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8374900" y="3358035"/>
            <a:ext cx="3547021" cy="14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/>
            <a:r>
              <a:rPr lang="pt-BR" sz="1400"/>
              <a:t>achar documentos ‘parecidos’ (por TF-IDF/</a:t>
            </a:r>
            <a:r>
              <a:rPr lang="pt-BR" sz="1400" err="1"/>
              <a:t>embeddings</a:t>
            </a:r>
            <a:r>
              <a:rPr lang="pt-BR" sz="1400"/>
              <a:t>). Ex.: quais proposições são semelhantes a um PL de referência?”</a:t>
            </a:r>
          </a:p>
        </p:txBody>
      </p:sp>
      <p:sp>
        <p:nvSpPr>
          <p:cNvPr id="452" name="Google Shape;452;p36">
            <a:extLst>
              <a:ext uri="{FF2B5EF4-FFF2-40B4-BE49-F238E27FC236}">
                <a16:creationId xmlns:a16="http://schemas.microsoft.com/office/drawing/2014/main" id="{F9F5F9F8-5E5C-35C2-4A0B-1EB5DB166B94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097976" y="2656219"/>
            <a:ext cx="2872135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Classificação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3" name="Google Shape;453;p36">
            <a:extLst>
              <a:ext uri="{FF2B5EF4-FFF2-40B4-BE49-F238E27FC236}">
                <a16:creationId xmlns:a16="http://schemas.microsoft.com/office/drawing/2014/main" id="{ED736561-DEBD-592E-0B10-33665B870B67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934048" y="2835235"/>
            <a:ext cx="3423943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Modelagem de tópicos (LDA/NMF): 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7" name="Google Shape;457;p36">
            <a:extLst>
              <a:ext uri="{FF2B5EF4-FFF2-40B4-BE49-F238E27FC236}">
                <a16:creationId xmlns:a16="http://schemas.microsoft.com/office/drawing/2014/main" id="{FFE36B1F-A18A-C0AC-C007-9E191428C5C7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097976" y="4715846"/>
            <a:ext cx="3660774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NER (Reconhecimento de Entidades): 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458" name="Google Shape;458;p36">
            <a:extLst>
              <a:ext uri="{FF2B5EF4-FFF2-40B4-BE49-F238E27FC236}">
                <a16:creationId xmlns:a16="http://schemas.microsoft.com/office/drawing/2014/main" id="{F79B7012-071C-4266-6472-3D42C1E043AE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8374904" y="2835235"/>
            <a:ext cx="3199778" cy="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pt-BR">
                <a:solidFill>
                  <a:schemeClr val="bg2"/>
                </a:solidFill>
              </a:rPr>
              <a:t>Busca semântica / Similaridade</a:t>
            </a:r>
            <a:endParaRPr>
              <a:solidFill>
                <a:schemeClr val="bg2"/>
              </a:solidFill>
            </a:endParaRPr>
          </a:p>
        </p:txBody>
      </p:sp>
      <p:sp>
        <p:nvSpPr>
          <p:cNvPr id="2" name="Google Shape;275;p29">
            <a:extLst>
              <a:ext uri="{FF2B5EF4-FFF2-40B4-BE49-F238E27FC236}">
                <a16:creationId xmlns:a16="http://schemas.microsoft.com/office/drawing/2014/main" id="{C8E48F99-E48F-D0CC-BB21-1895A90539BB}"/>
              </a:ext>
            </a:extLst>
          </p:cNvPr>
          <p:cNvSpPr txBox="1">
            <a:spLocks/>
          </p:cNvSpPr>
          <p:nvPr/>
        </p:nvSpPr>
        <p:spPr>
          <a:xfrm>
            <a:off x="960000" y="25808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pt-BR" sz="2000" b="0" kern="0"/>
              <a:t>PLN</a:t>
            </a:r>
            <a:br>
              <a:rPr lang="pt-BR" sz="2000" b="0" kern="0"/>
            </a:br>
            <a:r>
              <a:rPr lang="pt-BR" sz="3600" b="0" kern="0">
                <a:solidFill>
                  <a:srgbClr val="B1FCF1"/>
                </a:solidFill>
              </a:rPr>
              <a:t>Principais Conceitos</a:t>
            </a:r>
            <a:endParaRPr lang="pt-BR" kern="0">
              <a:solidFill>
                <a:srgbClr val="B1FCF1"/>
              </a:solidFill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3BBB63D-A144-8F86-9C32-BF9394F91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46" y="1453769"/>
            <a:ext cx="1062075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kern="0" dirty="0">
                <a:solidFill>
                  <a:schemeClr val="bg2"/>
                </a:solidFill>
              </a:rPr>
              <a:t>Tarefas típicas do PLN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400" kern="0" dirty="0"/>
              <a:t>Classificação, modelagem de tópicos e reconhecimento/assimilação</a:t>
            </a:r>
          </a:p>
        </p:txBody>
      </p:sp>
      <p:sp>
        <p:nvSpPr>
          <p:cNvPr id="5" name="Google Shape;448;p36">
            <a:extLst>
              <a:ext uri="{FF2B5EF4-FFF2-40B4-BE49-F238E27FC236}">
                <a16:creationId xmlns:a16="http://schemas.microsoft.com/office/drawing/2014/main" id="{59FDBFA5-3880-A9FD-E002-58D1867795F7}"/>
              </a:ext>
            </a:extLst>
          </p:cNvPr>
          <p:cNvSpPr txBox="1">
            <a:spLocks/>
          </p:cNvSpPr>
          <p:nvPr/>
        </p:nvSpPr>
        <p:spPr>
          <a:xfrm>
            <a:off x="6477000" y="4737285"/>
            <a:ext cx="5097682" cy="1974962"/>
          </a:xfrm>
          <a:prstGeom prst="rect">
            <a:avLst/>
          </a:prstGeom>
          <a:solidFill>
            <a:srgbClr val="057968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accent6"/>
                </a:solidFill>
                <a:latin typeface="Fira Sans" panose="020B0503050000020004" pitchFamily="34" charset="0"/>
              </a:rPr>
              <a:t>Similaridade/tópicos para explorar e montar o corpus;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accent6"/>
              </a:solidFill>
              <a:latin typeface="Fira Sans" panose="020B05030500000200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accent6"/>
                </a:solidFill>
                <a:latin typeface="Fira Sans" panose="020B0503050000020004" pitchFamily="34" charset="0"/>
              </a:rPr>
              <a:t>NER para extrair autores/partidos/leis e enriquecer dados;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accent6"/>
              </a:solidFill>
              <a:latin typeface="Fira Sans" panose="020B05030500000200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accent6"/>
                </a:solidFill>
                <a:latin typeface="Fira Sans" panose="020B0503050000020004" pitchFamily="34" charset="0"/>
              </a:rPr>
              <a:t>Classificação para produzir métricas (tema/valência/posição) e comparar partidos/tempos.</a:t>
            </a:r>
          </a:p>
        </p:txBody>
      </p:sp>
    </p:spTree>
    <p:extLst>
      <p:ext uri="{BB962C8B-B14F-4D97-AF65-F5344CB8AC3E}">
        <p14:creationId xmlns:p14="http://schemas.microsoft.com/office/powerpoint/2010/main" val="242721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25F155D2-9592-82AB-7D0B-BC2BF752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08FD3303-990E-4585-12E4-FB6A37000619}"/>
              </a:ext>
            </a:extLst>
          </p:cNvPr>
          <p:cNvSpPr/>
          <p:nvPr/>
        </p:nvSpPr>
        <p:spPr>
          <a:xfrm>
            <a:off x="-41910" y="1113423"/>
            <a:ext cx="731520" cy="39738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9CA978BE-E4AA-3CBF-D59F-0DAE5FDBCCFD}"/>
              </a:ext>
            </a:extLst>
          </p:cNvPr>
          <p:cNvSpPr/>
          <p:nvPr/>
        </p:nvSpPr>
        <p:spPr>
          <a:xfrm>
            <a:off x="-41910" y="1113424"/>
            <a:ext cx="742950" cy="745855"/>
          </a:xfrm>
          <a:custGeom>
            <a:avLst/>
            <a:gdLst>
              <a:gd name="connsiteX0" fmla="*/ 365760 w 365760"/>
              <a:gd name="connsiteY0" fmla="*/ 0 h 807720"/>
              <a:gd name="connsiteX1" fmla="*/ 365760 w 365760"/>
              <a:gd name="connsiteY1" fmla="*/ 441960 h 807720"/>
              <a:gd name="connsiteX2" fmla="*/ 0 w 365760"/>
              <a:gd name="connsiteY2" fmla="*/ 807720 h 807720"/>
              <a:gd name="connsiteX3" fmla="*/ 0 w 365760"/>
              <a:gd name="connsiteY3" fmla="*/ 373380 h 807720"/>
              <a:gd name="connsiteX4" fmla="*/ 365760 w 365760"/>
              <a:gd name="connsiteY4" fmla="*/ 76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807720">
                <a:moveTo>
                  <a:pt x="365760" y="0"/>
                </a:moveTo>
                <a:lnTo>
                  <a:pt x="365760" y="441960"/>
                </a:lnTo>
                <a:lnTo>
                  <a:pt x="0" y="807720"/>
                </a:lnTo>
                <a:lnTo>
                  <a:pt x="0" y="373380"/>
                </a:lnTo>
                <a:lnTo>
                  <a:pt x="365760" y="7620"/>
                </a:lnTo>
              </a:path>
            </a:pathLst>
          </a:cu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CEC45C0-50A7-64C1-02F4-6400A8AF8291}"/>
              </a:ext>
            </a:extLst>
          </p:cNvPr>
          <p:cNvSpPr/>
          <p:nvPr/>
        </p:nvSpPr>
        <p:spPr>
          <a:xfrm>
            <a:off x="-335667" y="1428549"/>
            <a:ext cx="10633553" cy="745855"/>
          </a:xfrm>
          <a:prstGeom prst="roundRect">
            <a:avLst>
              <a:gd name="adj" fmla="val 32589"/>
            </a:avLst>
          </a:prstGeom>
          <a:solidFill>
            <a:srgbClr val="0579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Google Shape;275;p29">
            <a:extLst>
              <a:ext uri="{FF2B5EF4-FFF2-40B4-BE49-F238E27FC236}">
                <a16:creationId xmlns:a16="http://schemas.microsoft.com/office/drawing/2014/main" id="{FAD5D44C-29DD-88D5-0F41-FB2C69EB720E}"/>
              </a:ext>
            </a:extLst>
          </p:cNvPr>
          <p:cNvSpPr txBox="1">
            <a:spLocks/>
          </p:cNvSpPr>
          <p:nvPr/>
        </p:nvSpPr>
        <p:spPr>
          <a:xfrm>
            <a:off x="960000" y="25808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ctr"/>
            <a:r>
              <a:rPr lang="pt-BR" sz="3600" b="0" kern="0" dirty="0">
                <a:solidFill>
                  <a:srgbClr val="B1FCF1"/>
                </a:solidFill>
              </a:rPr>
              <a:t>Abordagem </a:t>
            </a:r>
            <a:r>
              <a:rPr lang="pt-BR" sz="3600" b="0" kern="0" dirty="0" err="1">
                <a:solidFill>
                  <a:srgbClr val="B1FCF1"/>
                </a:solidFill>
              </a:rPr>
              <a:t>Text</a:t>
            </a:r>
            <a:r>
              <a:rPr lang="pt-BR" sz="3600" b="0" kern="0" dirty="0">
                <a:solidFill>
                  <a:srgbClr val="B1FCF1"/>
                </a:solidFill>
              </a:rPr>
              <a:t> as Data</a:t>
            </a:r>
            <a:endParaRPr lang="pt-BR" kern="0" dirty="0">
              <a:solidFill>
                <a:srgbClr val="B1FCF1"/>
              </a:solidFill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AA7F021D-953A-3D86-5087-DCA3D8CE0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846" y="1453769"/>
            <a:ext cx="102789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kern="0">
                <a:solidFill>
                  <a:schemeClr val="bg2"/>
                </a:solidFill>
              </a:rPr>
              <a:t>Ideia Central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2400" kern="0"/>
              <a:t>Tratar texto como variável observável para inferir fenômenos políticos.</a:t>
            </a: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C58A2EB3-5051-44FF-32B3-7DDC1B02C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69" y="2385796"/>
            <a:ext cx="1119704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Ideia central: tratar texto como variável observável (contagens/medidas) para inferir fenômenos políticos.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pt-BR" altLang="pt-BR" sz="2000" ker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Pipeline de pesquisa: pergunta → desenho (unidade, período, corpus) → medição (dicionários/rotulagem/temas oficiais) → validação (</a:t>
            </a:r>
            <a:r>
              <a:rPr lang="pt-BR" altLang="pt-BR" sz="2000" i="1" kern="0">
                <a:solidFill>
                  <a:schemeClr val="tx1"/>
                </a:solidFill>
                <a:latin typeface="Arial" panose="020B0604020202020204" pitchFamily="34" charset="0"/>
              </a:rPr>
              <a:t>face/</a:t>
            </a:r>
            <a:r>
              <a:rPr lang="pt-BR" altLang="pt-BR" sz="2000" i="1" kern="0" err="1">
                <a:solidFill>
                  <a:schemeClr val="tx1"/>
                </a:solidFill>
                <a:latin typeface="Arial" panose="020B0604020202020204" pitchFamily="34" charset="0"/>
              </a:rPr>
              <a:t>construct</a:t>
            </a: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) → análise (descritiva/causal).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pt-BR" altLang="pt-BR" sz="2000" ker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Instrumentos de medição: dicionários (ex.: </a:t>
            </a:r>
            <a:r>
              <a:rPr lang="pt-BR" altLang="pt-BR" sz="2000" i="1" kern="0">
                <a:solidFill>
                  <a:schemeClr val="tx1"/>
                </a:solidFill>
                <a:latin typeface="Arial" panose="020B0604020202020204" pitchFamily="34" charset="0"/>
              </a:rPr>
              <a:t>violência de gênero</a:t>
            </a: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), classificadores simples, temas da Câmara (</a:t>
            </a:r>
            <a:r>
              <a:rPr lang="pt-BR" altLang="pt-BR" sz="2000" kern="0" err="1">
                <a:solidFill>
                  <a:schemeClr val="tx1"/>
                </a:solidFill>
                <a:latin typeface="Arial" panose="020B0604020202020204" pitchFamily="34" charset="0"/>
              </a:rPr>
              <a:t>endpoint</a:t>
            </a: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) como rótulo-âncora.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pt-BR" altLang="pt-BR" sz="2000" ker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Boas práticas: transparência (código/dados), documentação de decisões, replicabilidade.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pt-BR" altLang="pt-BR" sz="2000" ker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pt-BR" altLang="pt-BR" sz="2000" kern="0">
                <a:solidFill>
                  <a:schemeClr val="tx1"/>
                </a:solidFill>
                <a:latin typeface="Arial" panose="020B0604020202020204" pitchFamily="34" charset="0"/>
              </a:rPr>
              <a:t>Limites: proxies imperfeitos; necessidade de checagem qualitativa e revisão humana.</a:t>
            </a:r>
          </a:p>
        </p:txBody>
      </p:sp>
    </p:spTree>
    <p:extLst>
      <p:ext uri="{BB962C8B-B14F-4D97-AF65-F5344CB8AC3E}">
        <p14:creationId xmlns:p14="http://schemas.microsoft.com/office/powerpoint/2010/main" val="3924729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>
          <a:extLst>
            <a:ext uri="{FF2B5EF4-FFF2-40B4-BE49-F238E27FC236}">
              <a16:creationId xmlns:a16="http://schemas.microsoft.com/office/drawing/2014/main" id="{7D80E903-6F96-5FBA-8E38-74F07A48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>
            <a:extLst>
              <a:ext uri="{FF2B5EF4-FFF2-40B4-BE49-F238E27FC236}">
                <a16:creationId xmlns:a16="http://schemas.microsoft.com/office/drawing/2014/main" id="{C62D8899-9DEB-EDD2-D378-4C15582EA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pt-BR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 que importa na Ciência Política</a:t>
            </a:r>
            <a:endParaRPr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188FC33-7E7E-A8F9-8135-8E5641054CC1}"/>
              </a:ext>
            </a:extLst>
          </p:cNvPr>
          <p:cNvSpPr txBox="1"/>
          <p:nvPr/>
        </p:nvSpPr>
        <p:spPr>
          <a:xfrm>
            <a:off x="251220" y="2696773"/>
            <a:ext cx="112196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PLN permite:</a:t>
            </a:r>
          </a:p>
          <a:p>
            <a:endParaRPr lang="pt-BR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Quantificar a agenda</a:t>
            </a: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(o que cresce/declina ao longo do tempo);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Medir </a:t>
            </a:r>
            <a:r>
              <a:rPr lang="pt-BR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tom/valência</a:t>
            </a: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mudanças de enquadramento;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Mapear </a:t>
            </a:r>
            <a:r>
              <a:rPr lang="pt-BR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atores</a:t>
            </a: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(quem cita quem, quais órgãos/leis entram em pauta);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Fazer isso de forma </a:t>
            </a:r>
            <a:r>
              <a:rPr lang="pt-BR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reprodutível e auditável</a:t>
            </a:r>
            <a:r>
              <a:rPr lang="pt-BR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do corpus à métrica, cada passo é documentado.</a:t>
            </a:r>
            <a:endParaRPr lang="pt-BR" sz="240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66E708C-E468-DC59-9DE2-4EAA0D161C27}"/>
              </a:ext>
            </a:extLst>
          </p:cNvPr>
          <p:cNvSpPr/>
          <p:nvPr/>
        </p:nvSpPr>
        <p:spPr>
          <a:xfrm>
            <a:off x="-41910" y="1113423"/>
            <a:ext cx="731520" cy="39738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85914823-CD4B-7B5E-EBDC-8C9BD4DFC919}"/>
              </a:ext>
            </a:extLst>
          </p:cNvPr>
          <p:cNvSpPr/>
          <p:nvPr/>
        </p:nvSpPr>
        <p:spPr>
          <a:xfrm>
            <a:off x="-41910" y="1113424"/>
            <a:ext cx="742950" cy="745855"/>
          </a:xfrm>
          <a:custGeom>
            <a:avLst/>
            <a:gdLst>
              <a:gd name="connsiteX0" fmla="*/ 365760 w 365760"/>
              <a:gd name="connsiteY0" fmla="*/ 0 h 807720"/>
              <a:gd name="connsiteX1" fmla="*/ 365760 w 365760"/>
              <a:gd name="connsiteY1" fmla="*/ 441960 h 807720"/>
              <a:gd name="connsiteX2" fmla="*/ 0 w 365760"/>
              <a:gd name="connsiteY2" fmla="*/ 807720 h 807720"/>
              <a:gd name="connsiteX3" fmla="*/ 0 w 365760"/>
              <a:gd name="connsiteY3" fmla="*/ 373380 h 807720"/>
              <a:gd name="connsiteX4" fmla="*/ 365760 w 365760"/>
              <a:gd name="connsiteY4" fmla="*/ 76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760" h="807720">
                <a:moveTo>
                  <a:pt x="365760" y="0"/>
                </a:moveTo>
                <a:lnTo>
                  <a:pt x="365760" y="441960"/>
                </a:lnTo>
                <a:lnTo>
                  <a:pt x="0" y="807720"/>
                </a:lnTo>
                <a:lnTo>
                  <a:pt x="0" y="373380"/>
                </a:lnTo>
                <a:lnTo>
                  <a:pt x="365760" y="7620"/>
                </a:lnTo>
              </a:path>
            </a:pathLst>
          </a:custGeom>
          <a:solidFill>
            <a:schemeClr val="tx2">
              <a:lumMod val="10000"/>
            </a:schemeClr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E299E98C-5BDB-E1D6-979C-038EC0847D4F}"/>
              </a:ext>
            </a:extLst>
          </p:cNvPr>
          <p:cNvSpPr/>
          <p:nvPr/>
        </p:nvSpPr>
        <p:spPr>
          <a:xfrm>
            <a:off x="-335667" y="1428549"/>
            <a:ext cx="11592057" cy="745855"/>
          </a:xfrm>
          <a:prstGeom prst="roundRect">
            <a:avLst>
              <a:gd name="adj" fmla="val 32589"/>
            </a:avLst>
          </a:prstGeom>
          <a:solidFill>
            <a:srgbClr val="0579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016E21D-1159-0C0A-38B6-36B70B71F23B}"/>
              </a:ext>
            </a:extLst>
          </p:cNvPr>
          <p:cNvSpPr txBox="1"/>
          <p:nvPr/>
        </p:nvSpPr>
        <p:spPr>
          <a:xfrm>
            <a:off x="99202" y="1400369"/>
            <a:ext cx="115920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política é </a:t>
            </a:r>
            <a:r>
              <a:rPr lang="pt-BR" sz="20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verbo e texto</a:t>
            </a:r>
            <a:r>
              <a:rPr lang="pt-BR" sz="20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agendas, disputas e justificativas aparecem em proposições, discursos, notícias, redes sociais. </a:t>
            </a: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626831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>
          <a:extLst>
            <a:ext uri="{FF2B5EF4-FFF2-40B4-BE49-F238E27FC236}">
              <a16:creationId xmlns:a16="http://schemas.microsoft.com/office/drawing/2014/main" id="{8A8D0842-04B2-1025-ACEC-497356F4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46">
            <a:extLst>
              <a:ext uri="{FF2B5EF4-FFF2-40B4-BE49-F238E27FC236}">
                <a16:creationId xmlns:a16="http://schemas.microsoft.com/office/drawing/2014/main" id="{A834BECF-6F3F-70B8-8F91-BAF502F1E1AA}"/>
              </a:ext>
            </a:extLst>
          </p:cNvPr>
          <p:cNvGrpSpPr/>
          <p:nvPr/>
        </p:nvGrpSpPr>
        <p:grpSpPr>
          <a:xfrm>
            <a:off x="0" y="5070700"/>
            <a:ext cx="3998133" cy="1811933"/>
            <a:chOff x="0" y="3803025"/>
            <a:chExt cx="2998600" cy="1358950"/>
          </a:xfrm>
        </p:grpSpPr>
        <p:grpSp>
          <p:nvGrpSpPr>
            <p:cNvPr id="625" name="Google Shape;625;p46">
              <a:extLst>
                <a:ext uri="{FF2B5EF4-FFF2-40B4-BE49-F238E27FC236}">
                  <a16:creationId xmlns:a16="http://schemas.microsoft.com/office/drawing/2014/main" id="{5CEB562F-99AF-B223-C50D-73E2FF3D78CC}"/>
                </a:ext>
              </a:extLst>
            </p:cNvPr>
            <p:cNvGrpSpPr/>
            <p:nvPr/>
          </p:nvGrpSpPr>
          <p:grpSpPr>
            <a:xfrm flipH="1">
              <a:off x="0" y="3803025"/>
              <a:ext cx="2998600" cy="1358950"/>
              <a:chOff x="1115448" y="3455288"/>
              <a:chExt cx="2998600" cy="1358950"/>
            </a:xfrm>
          </p:grpSpPr>
          <p:pic>
            <p:nvPicPr>
              <p:cNvPr id="626" name="Google Shape;626;p46">
                <a:extLst>
                  <a:ext uri="{FF2B5EF4-FFF2-40B4-BE49-F238E27FC236}">
                    <a16:creationId xmlns:a16="http://schemas.microsoft.com/office/drawing/2014/main" id="{3E0F08A9-49B8-E405-AA6E-8DB14B04F974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2439" t="68005" r="5403" b="8357"/>
              <a:stretch/>
            </p:blipFill>
            <p:spPr>
              <a:xfrm rot="10800000">
                <a:off x="1115448" y="3455288"/>
                <a:ext cx="2998600" cy="1358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7" name="Google Shape;627;p46">
                <a:extLst>
                  <a:ext uri="{FF2B5EF4-FFF2-40B4-BE49-F238E27FC236}">
                    <a16:creationId xmlns:a16="http://schemas.microsoft.com/office/drawing/2014/main" id="{B61446A8-6A60-AA19-8FB4-F234A20D4493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394050" y="3961601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28" name="Google Shape;628;p46">
                <a:extLst>
                  <a:ext uri="{FF2B5EF4-FFF2-40B4-BE49-F238E27FC236}">
                    <a16:creationId xmlns:a16="http://schemas.microsoft.com/office/drawing/2014/main" id="{22F98F6E-E73C-9D6D-68BD-8FEF80059BCE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rot="-10499835">
                <a:off x="2425763" y="4272445"/>
                <a:ext cx="387977" cy="3879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29" name="Google Shape;629;p46">
              <a:extLst>
                <a:ext uri="{FF2B5EF4-FFF2-40B4-BE49-F238E27FC236}">
                  <a16:creationId xmlns:a16="http://schemas.microsoft.com/office/drawing/2014/main" id="{A9638D4A-7D11-A1DB-6451-AC56EF96F8E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202622" y="4545787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CDC60063-8684-EEC7-5B1B-6F1010499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2" y="214487"/>
            <a:ext cx="11085095" cy="948196"/>
          </a:xfr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 b="0" dirty="0">
                <a:solidFill>
                  <a:srgbClr val="B1FCF1"/>
                </a:solidFill>
              </a:rPr>
              <a:t>Caso Prático</a:t>
            </a:r>
            <a:br>
              <a:rPr lang="pt-BR" sz="3200" b="0" dirty="0">
                <a:solidFill>
                  <a:srgbClr val="B1FCF1"/>
                </a:solidFill>
              </a:rPr>
            </a:br>
            <a:r>
              <a:rPr lang="pt-BR" sz="2800" b="0" dirty="0">
                <a:solidFill>
                  <a:srgbClr val="B1FCF1"/>
                </a:solidFill>
              </a:rPr>
              <a:t>Monitoramento do Legislativo da ONG Elas No Poder</a:t>
            </a:r>
            <a:endParaRPr lang="pt-BR" sz="3200" b="0" dirty="0">
              <a:solidFill>
                <a:srgbClr val="B1FCF1"/>
              </a:solidFill>
            </a:endParaRPr>
          </a:p>
        </p:txBody>
      </p:sp>
      <p:pic>
        <p:nvPicPr>
          <p:cNvPr id="7" name="Imagem 6">
            <a:hlinkClick r:id="rId5"/>
            <a:extLst>
              <a:ext uri="{FF2B5EF4-FFF2-40B4-BE49-F238E27FC236}">
                <a16:creationId xmlns:a16="http://schemas.microsoft.com/office/drawing/2014/main" id="{46C4AC2E-9710-EA38-7CDA-9E01701BD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206" y="1705642"/>
            <a:ext cx="4985084" cy="2792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566D0590-28DA-DF5B-1F6A-891324A5E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03" y="3634979"/>
            <a:ext cx="1239821" cy="123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15A0B9A3-6530-D374-14DA-4BD86BDA1261}"/>
              </a:ext>
            </a:extLst>
          </p:cNvPr>
          <p:cNvSpPr txBox="1">
            <a:spLocks/>
          </p:cNvSpPr>
          <p:nvPr/>
        </p:nvSpPr>
        <p:spPr>
          <a:xfrm>
            <a:off x="553452" y="1722266"/>
            <a:ext cx="4985084" cy="3215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None/>
              <a:defRPr sz="12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marL="0" indent="0" algn="just"/>
            <a:r>
              <a:rPr lang="pt-BR" sz="1800" kern="0"/>
              <a:t>Monitora, em tempo (quase) real, a tramitação de proposições na Câmara dos Deputados e no Senado Federal, consolida os dados em uma Planilha.</a:t>
            </a:r>
          </a:p>
          <a:p>
            <a:pPr marL="0" indent="0" algn="just"/>
            <a:endParaRPr lang="pt-BR" sz="1800" kern="0"/>
          </a:p>
          <a:p>
            <a:pPr marL="0" indent="0" algn="just"/>
            <a:r>
              <a:rPr lang="pt-BR" sz="1800" kern="0"/>
              <a:t>Esse projeto automatiza a coleta de proposições, classifica por tema, atualiza planilhas no Google </a:t>
            </a:r>
            <a:r>
              <a:rPr lang="pt-BR" sz="1800" kern="0" err="1"/>
              <a:t>Sheets</a:t>
            </a:r>
            <a:r>
              <a:rPr lang="pt-BR" sz="1800" kern="0"/>
              <a:t>, abastece um Dashboard em Power BI e dispara um boletim semanal por e-mail.</a:t>
            </a:r>
          </a:p>
          <a:p>
            <a:pPr marL="0" indent="0" algn="just"/>
            <a:endParaRPr lang="pt-BR" sz="1800" kern="0"/>
          </a:p>
        </p:txBody>
      </p:sp>
    </p:spTree>
    <p:extLst>
      <p:ext uri="{BB962C8B-B14F-4D97-AF65-F5344CB8AC3E}">
        <p14:creationId xmlns:p14="http://schemas.microsoft.com/office/powerpoint/2010/main" val="373444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>
          <a:extLst>
            <a:ext uri="{FF2B5EF4-FFF2-40B4-BE49-F238E27FC236}">
              <a16:creationId xmlns:a16="http://schemas.microsoft.com/office/drawing/2014/main" id="{6E4F3FB2-DF1A-003B-8558-1FB68630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8C0EDA6-5635-5E54-675E-0E9BF7C8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2" y="214487"/>
            <a:ext cx="11085095" cy="948196"/>
          </a:xfr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pt-BR" sz="3200" b="0" dirty="0">
                <a:solidFill>
                  <a:srgbClr val="B1FCF1"/>
                </a:solidFill>
              </a:rPr>
              <a:t>Arquitetura do Projeto</a:t>
            </a:r>
            <a:br>
              <a:rPr lang="pt-BR" sz="3200" b="0" dirty="0">
                <a:solidFill>
                  <a:srgbClr val="B1FCF1"/>
                </a:solidFill>
              </a:rPr>
            </a:br>
            <a:r>
              <a:rPr lang="pt-BR" sz="2800" b="0" dirty="0">
                <a:solidFill>
                  <a:srgbClr val="B1FCF1"/>
                </a:solidFill>
              </a:rPr>
              <a:t>Monitoramento do Legislativo da ONG Elas No Poder</a:t>
            </a:r>
            <a:endParaRPr lang="pt-BR" sz="3200" b="0" dirty="0">
              <a:solidFill>
                <a:srgbClr val="B1FCF1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A45E073-3413-68F7-4600-E4C00DDC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363" y="1740877"/>
            <a:ext cx="1477984" cy="827964"/>
          </a:xfrm>
          <a:prstGeom prst="rect">
            <a:avLst/>
          </a:prstGeom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FCE0D62-151D-2669-8F41-12FA02C59E42}"/>
              </a:ext>
            </a:extLst>
          </p:cNvPr>
          <p:cNvCxnSpPr>
            <a:cxnSpLocks/>
          </p:cNvCxnSpPr>
          <p:nvPr/>
        </p:nvCxnSpPr>
        <p:spPr>
          <a:xfrm>
            <a:off x="1439274" y="3078556"/>
            <a:ext cx="60654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5921092-3578-4E62-A1FC-4A3CBB46055A}"/>
              </a:ext>
            </a:extLst>
          </p:cNvPr>
          <p:cNvCxnSpPr>
            <a:cxnSpLocks/>
          </p:cNvCxnSpPr>
          <p:nvPr/>
        </p:nvCxnSpPr>
        <p:spPr>
          <a:xfrm flipV="1">
            <a:off x="7536805" y="2309880"/>
            <a:ext cx="0" cy="14361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Picture 2" descr="Planilhas do google - ícones de logotipo grátis">
            <a:extLst>
              <a:ext uri="{FF2B5EF4-FFF2-40B4-BE49-F238E27FC236}">
                <a16:creationId xmlns:a16="http://schemas.microsoft.com/office/drawing/2014/main" id="{70D1A75D-6F40-3D2B-B4A2-673ABFB85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336" y="2577014"/>
            <a:ext cx="802105" cy="80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B116683-D2DC-C974-8BD5-69138E4A779B}"/>
              </a:ext>
            </a:extLst>
          </p:cNvPr>
          <p:cNvSpPr txBox="1"/>
          <p:nvPr/>
        </p:nvSpPr>
        <p:spPr>
          <a:xfrm>
            <a:off x="866275" y="3497809"/>
            <a:ext cx="1700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Planilha Google com lista de palavras-chaves e temas.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03B8B7-8B2A-BAF8-2D97-B01492825E4D}"/>
              </a:ext>
            </a:extLst>
          </p:cNvPr>
          <p:cNvSpPr txBox="1"/>
          <p:nvPr/>
        </p:nvSpPr>
        <p:spPr>
          <a:xfrm>
            <a:off x="3307657" y="3479609"/>
            <a:ext cx="19571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Scripts em </a:t>
            </a:r>
            <a:r>
              <a:rPr lang="pt-BR" sz="1400" err="1"/>
              <a:t>JavaScript</a:t>
            </a:r>
            <a:r>
              <a:rPr lang="pt-BR" sz="1400"/>
              <a:t> coletam os dados diretamente na Planilha Google via API da Câmara e do Senado</a:t>
            </a:r>
          </a:p>
        </p:txBody>
      </p:sp>
      <p:pic>
        <p:nvPicPr>
          <p:cNvPr id="9" name="Picture 2" descr="Planilhas do google - ícones de logotipo grátis">
            <a:extLst>
              <a:ext uri="{FF2B5EF4-FFF2-40B4-BE49-F238E27FC236}">
                <a16:creationId xmlns:a16="http://schemas.microsoft.com/office/drawing/2014/main" id="{275A7930-2F91-64A5-AA9E-D39526CBC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195" y="2677504"/>
            <a:ext cx="802105" cy="802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76F93CA-9D46-CA9D-18A5-A1890118DF22}"/>
              </a:ext>
            </a:extLst>
          </p:cNvPr>
          <p:cNvSpPr txBox="1"/>
          <p:nvPr/>
        </p:nvSpPr>
        <p:spPr>
          <a:xfrm>
            <a:off x="5791196" y="3531052"/>
            <a:ext cx="15961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Os scripts modelam os dados e organiza em uma nova aba da Planilha Google para serem lidos no Power Bi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6F0284B2-91FD-BB79-08B7-4B1DB6A5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18" y="2189179"/>
            <a:ext cx="445516" cy="44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Câmara dos Deputados | LinkedIn">
            <a:extLst>
              <a:ext uri="{FF2B5EF4-FFF2-40B4-BE49-F238E27FC236}">
                <a16:creationId xmlns:a16="http://schemas.microsoft.com/office/drawing/2014/main" id="{7390684B-B44B-3B02-0C33-AB61FE091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995" y="2189178"/>
            <a:ext cx="575511" cy="57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Livro de Proposições da Câmara dos Deputados setembro de 1867 a agosto de  1869 - Senado Federal">
            <a:extLst>
              <a:ext uri="{FF2B5EF4-FFF2-40B4-BE49-F238E27FC236}">
                <a16:creationId xmlns:a16="http://schemas.microsoft.com/office/drawing/2014/main" id="{821D6986-7AEF-3CFC-9BFE-9627186D4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344" y="2189178"/>
            <a:ext cx="593558" cy="59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Api - ícones de computador grátis">
            <a:extLst>
              <a:ext uri="{FF2B5EF4-FFF2-40B4-BE49-F238E27FC236}">
                <a16:creationId xmlns:a16="http://schemas.microsoft.com/office/drawing/2014/main" id="{11AB3B4B-A111-61D5-F453-9CE28C3D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173" y="2626894"/>
            <a:ext cx="802106" cy="802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56DDAF43-2178-28E4-FCCC-AB1354A03F23}"/>
              </a:ext>
            </a:extLst>
          </p:cNvPr>
          <p:cNvCxnSpPr/>
          <p:nvPr/>
        </p:nvCxnSpPr>
        <p:spPr>
          <a:xfrm>
            <a:off x="7536805" y="2309880"/>
            <a:ext cx="500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253047DF-CC58-4EFC-36A9-6EFF9A85FBDD}"/>
              </a:ext>
            </a:extLst>
          </p:cNvPr>
          <p:cNvCxnSpPr/>
          <p:nvPr/>
        </p:nvCxnSpPr>
        <p:spPr>
          <a:xfrm>
            <a:off x="7536805" y="3746013"/>
            <a:ext cx="5002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26D63B9-1E43-3D4E-D86E-E460452F173C}"/>
              </a:ext>
            </a:extLst>
          </p:cNvPr>
          <p:cNvSpPr txBox="1"/>
          <p:nvPr/>
        </p:nvSpPr>
        <p:spPr>
          <a:xfrm>
            <a:off x="9808816" y="1688923"/>
            <a:ext cx="20436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Dados são visualizados no dashboard do Power Bi com atualização diária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649FB3F-4DA9-4615-9DAE-1B714529EB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2335" y="3403259"/>
            <a:ext cx="1220506" cy="12988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2" descr="Gmail - ícones de logotipo grátis">
            <a:extLst>
              <a:ext uri="{FF2B5EF4-FFF2-40B4-BE49-F238E27FC236}">
                <a16:creationId xmlns:a16="http://schemas.microsoft.com/office/drawing/2014/main" id="{59A03F01-9B68-AAA2-CE82-713A9E6C6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5176" y="4451916"/>
            <a:ext cx="353011" cy="35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C9305CCC-D7B6-DA31-AAE4-65469775C2CA}"/>
              </a:ext>
            </a:extLst>
          </p:cNvPr>
          <p:cNvSpPr txBox="1"/>
          <p:nvPr/>
        </p:nvSpPr>
        <p:spPr>
          <a:xfrm>
            <a:off x="9808815" y="3420438"/>
            <a:ext cx="20436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Relatório semanal é enviado por e-mail semanalmente com a lista das proposições da semana</a:t>
            </a:r>
          </a:p>
        </p:txBody>
      </p:sp>
      <p:pic>
        <p:nvPicPr>
          <p:cNvPr id="10242" name="Picture 2" descr="GitHub Logo: valor, história, PNG">
            <a:extLst>
              <a:ext uri="{FF2B5EF4-FFF2-40B4-BE49-F238E27FC236}">
                <a16:creationId xmlns:a16="http://schemas.microsoft.com/office/drawing/2014/main" id="{04382173-8289-1298-C820-656D2AC1D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4" r="15666"/>
          <a:stretch>
            <a:fillRect/>
          </a:stretch>
        </p:blipFill>
        <p:spPr bwMode="auto">
          <a:xfrm>
            <a:off x="275121" y="5966738"/>
            <a:ext cx="818146" cy="67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577CAB6F-5071-D047-0BC5-33DABD86BF1D}"/>
              </a:ext>
            </a:extLst>
          </p:cNvPr>
          <p:cNvSpPr txBox="1"/>
          <p:nvPr/>
        </p:nvSpPr>
        <p:spPr>
          <a:xfrm>
            <a:off x="1058775" y="5966738"/>
            <a:ext cx="3305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Acesse o projeto no GitHub. </a:t>
            </a:r>
          </a:p>
          <a:p>
            <a:r>
              <a:rPr lang="pt-BR" sz="1400">
                <a:hlinkClick r:id="rId12"/>
              </a:rPr>
              <a:t>Clique aqui</a:t>
            </a:r>
            <a:endParaRPr lang="pt-BR" sz="1400"/>
          </a:p>
        </p:txBody>
      </p:sp>
    </p:spTree>
    <p:extLst>
      <p:ext uri="{BB962C8B-B14F-4D97-AF65-F5344CB8AC3E}">
        <p14:creationId xmlns:p14="http://schemas.microsoft.com/office/powerpoint/2010/main" val="2497878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FA749D6A-4B34-F9AC-FECC-3ED8134A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624;p46">
            <a:extLst>
              <a:ext uri="{FF2B5EF4-FFF2-40B4-BE49-F238E27FC236}">
                <a16:creationId xmlns:a16="http://schemas.microsoft.com/office/drawing/2014/main" id="{AA536553-74A9-5B9D-F46D-BA3268B496CD}"/>
              </a:ext>
            </a:extLst>
          </p:cNvPr>
          <p:cNvGrpSpPr/>
          <p:nvPr/>
        </p:nvGrpSpPr>
        <p:grpSpPr>
          <a:xfrm>
            <a:off x="0" y="5070700"/>
            <a:ext cx="3998133" cy="1811933"/>
            <a:chOff x="0" y="3803025"/>
            <a:chExt cx="2998600" cy="1358950"/>
          </a:xfrm>
        </p:grpSpPr>
        <p:grpSp>
          <p:nvGrpSpPr>
            <p:cNvPr id="19" name="Google Shape;625;p46">
              <a:extLst>
                <a:ext uri="{FF2B5EF4-FFF2-40B4-BE49-F238E27FC236}">
                  <a16:creationId xmlns:a16="http://schemas.microsoft.com/office/drawing/2014/main" id="{7AB0BF89-48EC-A0A1-2DEB-B80BDB311990}"/>
                </a:ext>
              </a:extLst>
            </p:cNvPr>
            <p:cNvGrpSpPr/>
            <p:nvPr/>
          </p:nvGrpSpPr>
          <p:grpSpPr>
            <a:xfrm flipH="1">
              <a:off x="0" y="3803025"/>
              <a:ext cx="2998600" cy="1358950"/>
              <a:chOff x="1115448" y="3455288"/>
              <a:chExt cx="2998600" cy="1358950"/>
            </a:xfrm>
          </p:grpSpPr>
          <p:pic>
            <p:nvPicPr>
              <p:cNvPr id="21" name="Google Shape;626;p46">
                <a:extLst>
                  <a:ext uri="{FF2B5EF4-FFF2-40B4-BE49-F238E27FC236}">
                    <a16:creationId xmlns:a16="http://schemas.microsoft.com/office/drawing/2014/main" id="{3268CF4F-089B-8F52-37BB-B1FB0BD35B02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 l="42439" t="68005" r="5403" b="8357"/>
              <a:stretch/>
            </p:blipFill>
            <p:spPr>
              <a:xfrm rot="10800000">
                <a:off x="1115448" y="3455288"/>
                <a:ext cx="2998600" cy="1358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Google Shape;627;p46">
                <a:extLst>
                  <a:ext uri="{FF2B5EF4-FFF2-40B4-BE49-F238E27FC236}">
                    <a16:creationId xmlns:a16="http://schemas.microsoft.com/office/drawing/2014/main" id="{4EB2637A-3DAB-75CC-63B1-C265B37AC50B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394050" y="3961601"/>
                <a:ext cx="294651" cy="294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" name="Google Shape;628;p46">
                <a:extLst>
                  <a:ext uri="{FF2B5EF4-FFF2-40B4-BE49-F238E27FC236}">
                    <a16:creationId xmlns:a16="http://schemas.microsoft.com/office/drawing/2014/main" id="{B5077270-EE86-E18D-808F-8A125C8E8FBC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 rot="-10499835">
                <a:off x="2425763" y="4272445"/>
                <a:ext cx="387977" cy="38797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0" name="Google Shape;629;p46">
              <a:extLst>
                <a:ext uri="{FF2B5EF4-FFF2-40B4-BE49-F238E27FC236}">
                  <a16:creationId xmlns:a16="http://schemas.microsoft.com/office/drawing/2014/main" id="{455BE323-A6F5-4E2B-CB07-66F3EF74100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2202622" y="4545787"/>
              <a:ext cx="294651" cy="294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08;p61">
            <a:extLst>
              <a:ext uri="{FF2B5EF4-FFF2-40B4-BE49-F238E27FC236}">
                <a16:creationId xmlns:a16="http://schemas.microsoft.com/office/drawing/2014/main" id="{844428A8-D9CA-C116-F0BB-1896D3BA912F}"/>
              </a:ext>
            </a:extLst>
          </p:cNvPr>
          <p:cNvSpPr txBox="1"/>
          <p:nvPr/>
        </p:nvSpPr>
        <p:spPr>
          <a:xfrm>
            <a:off x="3391356" y="1702313"/>
            <a:ext cx="2271591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Teo Calvo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" name="Google Shape;2409;p61">
            <a:extLst>
              <a:ext uri="{FF2B5EF4-FFF2-40B4-BE49-F238E27FC236}">
                <a16:creationId xmlns:a16="http://schemas.microsoft.com/office/drawing/2014/main" id="{5CCEA8E6-6B99-C4C2-64AB-9FDFBFE3B9F6}"/>
              </a:ext>
            </a:extLst>
          </p:cNvPr>
          <p:cNvSpPr txBox="1"/>
          <p:nvPr/>
        </p:nvSpPr>
        <p:spPr>
          <a:xfrm>
            <a:off x="3391357" y="2002012"/>
            <a:ext cx="2278089" cy="128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>
                <a:latin typeface="Raleway"/>
              </a:rPr>
              <a:t>Youtube </a:t>
            </a:r>
            <a:r>
              <a:rPr lang="pt-BR" sz="1200" b="1" err="1">
                <a:latin typeface="Raleway"/>
              </a:rPr>
              <a:t>Teo</a:t>
            </a:r>
            <a:r>
              <a:rPr lang="pt-BR" sz="1200" b="1">
                <a:latin typeface="Raleway"/>
              </a:rPr>
              <a:t> me </a:t>
            </a:r>
            <a:r>
              <a:rPr lang="pt-BR" sz="1200" b="1" err="1">
                <a:latin typeface="Raleway"/>
              </a:rPr>
              <a:t>Why</a:t>
            </a:r>
            <a:endParaRPr lang="pt-BR" sz="1200" b="1">
              <a:latin typeface="Raleway"/>
            </a:endParaRPr>
          </a:p>
          <a:p>
            <a:pPr lvl="0"/>
            <a:r>
              <a:rPr lang="pt-BR" sz="1200">
                <a:latin typeface="Raleway"/>
              </a:rPr>
              <a:t>Canal com foco em ferramentas de dados para Cientistas e Analistas de dados ensinados de forma prática, muitas vezes em lives de projeto “mão na massa”.</a:t>
            </a:r>
            <a:endParaRPr lang="pt-BR" sz="1200">
              <a:latin typeface="Raleway"/>
              <a:sym typeface="Raleway"/>
            </a:endParaRPr>
          </a:p>
        </p:txBody>
      </p:sp>
      <p:pic>
        <p:nvPicPr>
          <p:cNvPr id="26" name="Picture 2" descr="Téo Me Why | LinkedIn">
            <a:extLst>
              <a:ext uri="{FF2B5EF4-FFF2-40B4-BE49-F238E27FC236}">
                <a16:creationId xmlns:a16="http://schemas.microsoft.com/office/drawing/2014/main" id="{1DA7CA76-AC49-DAD9-F309-33B468282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57" y="1555836"/>
            <a:ext cx="1905000" cy="1905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Universidade dos Dados | LinkedIn">
            <a:extLst>
              <a:ext uri="{FF2B5EF4-FFF2-40B4-BE49-F238E27FC236}">
                <a16:creationId xmlns:a16="http://schemas.microsoft.com/office/drawing/2014/main" id="{D52A8816-764F-3713-61D2-572F3507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857" y="3865269"/>
            <a:ext cx="1905000" cy="1905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Fernanda Peres - YouTube">
            <a:extLst>
              <a:ext uri="{FF2B5EF4-FFF2-40B4-BE49-F238E27FC236}">
                <a16:creationId xmlns:a16="http://schemas.microsoft.com/office/drawing/2014/main" id="{B3AF1797-F014-68FE-C0AA-3FF0468A6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242" y="1629349"/>
            <a:ext cx="1904400" cy="1904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Google Shape;2408;p61">
            <a:extLst>
              <a:ext uri="{FF2B5EF4-FFF2-40B4-BE49-F238E27FC236}">
                <a16:creationId xmlns:a16="http://schemas.microsoft.com/office/drawing/2014/main" id="{0E153B34-A2E8-D067-B0F1-EB138C41C272}"/>
              </a:ext>
            </a:extLst>
          </p:cNvPr>
          <p:cNvSpPr txBox="1"/>
          <p:nvPr/>
        </p:nvSpPr>
        <p:spPr>
          <a:xfrm>
            <a:off x="3384856" y="4040960"/>
            <a:ext cx="2271591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Andre Yukio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" name="Google Shape;2409;p61">
            <a:extLst>
              <a:ext uri="{FF2B5EF4-FFF2-40B4-BE49-F238E27FC236}">
                <a16:creationId xmlns:a16="http://schemas.microsoft.com/office/drawing/2014/main" id="{CB2B24DD-9C0C-14A7-92FA-BF327053DDB9}"/>
              </a:ext>
            </a:extLst>
          </p:cNvPr>
          <p:cNvSpPr txBox="1"/>
          <p:nvPr/>
        </p:nvSpPr>
        <p:spPr>
          <a:xfrm>
            <a:off x="3384857" y="4340659"/>
            <a:ext cx="2617104" cy="128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>
                <a:latin typeface="Raleway"/>
              </a:rPr>
              <a:t>Youtube Universidade dos Dados</a:t>
            </a:r>
          </a:p>
          <a:p>
            <a:pPr lvl="0"/>
            <a:r>
              <a:rPr lang="pt-BR" sz="1200">
                <a:latin typeface="Raleway"/>
              </a:rPr>
              <a:t>Conteúdo acessível para entrar em dados: fundamentos, prática guiada e formação orientada a portfólio (inclui </a:t>
            </a:r>
            <a:r>
              <a:rPr lang="pt-BR" sz="1200" err="1">
                <a:latin typeface="Raleway"/>
              </a:rPr>
              <a:t>bootcamps</a:t>
            </a:r>
            <a:r>
              <a:rPr lang="pt-BR" sz="1200">
                <a:latin typeface="Raleway"/>
              </a:rPr>
              <a:t> e trilhas). </a:t>
            </a:r>
            <a:endParaRPr lang="pt-BR" sz="1200">
              <a:latin typeface="Raleway"/>
              <a:sym typeface="Raleway"/>
            </a:endParaRPr>
          </a:p>
        </p:txBody>
      </p:sp>
      <p:sp>
        <p:nvSpPr>
          <p:cNvPr id="31" name="Google Shape;2408;p61">
            <a:extLst>
              <a:ext uri="{FF2B5EF4-FFF2-40B4-BE49-F238E27FC236}">
                <a16:creationId xmlns:a16="http://schemas.microsoft.com/office/drawing/2014/main" id="{13F17D5F-B0A4-278C-E884-EB7B0774ACB5}"/>
              </a:ext>
            </a:extLst>
          </p:cNvPr>
          <p:cNvSpPr txBox="1"/>
          <p:nvPr/>
        </p:nvSpPr>
        <p:spPr>
          <a:xfrm>
            <a:off x="8086641" y="1702313"/>
            <a:ext cx="2271591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Fernanda Peres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" name="Google Shape;2409;p61">
            <a:extLst>
              <a:ext uri="{FF2B5EF4-FFF2-40B4-BE49-F238E27FC236}">
                <a16:creationId xmlns:a16="http://schemas.microsoft.com/office/drawing/2014/main" id="{DBE2CFB2-E0FA-A630-DCC1-8657A6F47175}"/>
              </a:ext>
            </a:extLst>
          </p:cNvPr>
          <p:cNvSpPr txBox="1"/>
          <p:nvPr/>
        </p:nvSpPr>
        <p:spPr>
          <a:xfrm>
            <a:off x="8086642" y="2002012"/>
            <a:ext cx="2447565" cy="128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>
                <a:latin typeface="Raleway"/>
              </a:rPr>
              <a:t>Instagram </a:t>
            </a:r>
            <a:r>
              <a:rPr lang="pt-BR" sz="1200" b="1" err="1">
                <a:latin typeface="Raleway"/>
              </a:rPr>
              <a:t>EstatisticaAplicada</a:t>
            </a:r>
            <a:endParaRPr lang="pt-BR" sz="1200" b="1">
              <a:latin typeface="Raleway"/>
            </a:endParaRPr>
          </a:p>
          <a:p>
            <a:pPr lvl="0"/>
            <a:r>
              <a:rPr lang="pt-BR" sz="1200">
                <a:latin typeface="Raleway"/>
              </a:rPr>
              <a:t>Explica estatística aplicada a problemas reais e acadêmicos, utilizando principalmente linguagem R; útil para quem vem das ciências sociais.</a:t>
            </a:r>
            <a:endParaRPr lang="pt-BR" sz="1200">
              <a:latin typeface="Raleway"/>
              <a:sym typeface="Raleway"/>
            </a:endParaRPr>
          </a:p>
        </p:txBody>
      </p:sp>
      <p:pic>
        <p:nvPicPr>
          <p:cNvPr id="33" name="Picture 2" descr="Foto do perfil de Dalson Figueiredo">
            <a:extLst>
              <a:ext uri="{FF2B5EF4-FFF2-40B4-BE49-F238E27FC236}">
                <a16:creationId xmlns:a16="http://schemas.microsoft.com/office/drawing/2014/main" id="{E8FF92EA-656C-FB67-2C2E-2C924312E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241" y="3865269"/>
            <a:ext cx="1904400" cy="19044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2408;p61">
            <a:extLst>
              <a:ext uri="{FF2B5EF4-FFF2-40B4-BE49-F238E27FC236}">
                <a16:creationId xmlns:a16="http://schemas.microsoft.com/office/drawing/2014/main" id="{E2C99000-F887-113A-2E1B-5E0DE41FC3C1}"/>
              </a:ext>
            </a:extLst>
          </p:cNvPr>
          <p:cNvSpPr txBox="1"/>
          <p:nvPr/>
        </p:nvSpPr>
        <p:spPr>
          <a:xfrm>
            <a:off x="8086641" y="3920338"/>
            <a:ext cx="2797385" cy="39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aleway"/>
                <a:ea typeface="Raleway"/>
                <a:cs typeface="Raleway"/>
                <a:sym typeface="Raleway"/>
              </a:rPr>
              <a:t>Prof. Dalson Figueiredo</a:t>
            </a:r>
            <a:endParaRPr sz="1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" name="Google Shape;2409;p61">
            <a:extLst>
              <a:ext uri="{FF2B5EF4-FFF2-40B4-BE49-F238E27FC236}">
                <a16:creationId xmlns:a16="http://schemas.microsoft.com/office/drawing/2014/main" id="{214FEFB3-13EA-C06E-3104-E4D13ED360B4}"/>
              </a:ext>
            </a:extLst>
          </p:cNvPr>
          <p:cNvSpPr txBox="1"/>
          <p:nvPr/>
        </p:nvSpPr>
        <p:spPr>
          <a:xfrm>
            <a:off x="8086641" y="4340659"/>
            <a:ext cx="2797384" cy="128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>
                <a:latin typeface="Raleway"/>
              </a:rPr>
              <a:t>Linkedin </a:t>
            </a:r>
            <a:r>
              <a:rPr lang="pt-BR" sz="1200" b="1" err="1">
                <a:latin typeface="Raleway"/>
              </a:rPr>
              <a:t>Dalson</a:t>
            </a:r>
            <a:r>
              <a:rPr lang="pt-BR" sz="1200" b="1">
                <a:latin typeface="Raleway"/>
              </a:rPr>
              <a:t> Figueiredo</a:t>
            </a:r>
          </a:p>
          <a:p>
            <a:pPr lvl="0"/>
            <a:r>
              <a:rPr lang="pt-BR" sz="1200">
                <a:latin typeface="Raleway"/>
              </a:rPr>
              <a:t>Cientista político e professor na UFPE, com foco em métodos quantitativos, transparência e replicabilidade em pesquisa. Compartilha materiais práticos para pesquisa aplicada (automatização de revisão, índices, análise de texto).</a:t>
            </a:r>
            <a:endParaRPr lang="pt-BR" sz="1200">
              <a:latin typeface="Raleway"/>
              <a:sym typeface="Raleway"/>
            </a:endParaRPr>
          </a:p>
        </p:txBody>
      </p:sp>
      <p:sp>
        <p:nvSpPr>
          <p:cNvPr id="38" name="Google Shape;2737;p65">
            <a:extLst>
              <a:ext uri="{FF2B5EF4-FFF2-40B4-BE49-F238E27FC236}">
                <a16:creationId xmlns:a16="http://schemas.microsoft.com/office/drawing/2014/main" id="{B747351B-9BB0-2DDB-95F7-A1D64A262EB3}"/>
              </a:ext>
            </a:extLst>
          </p:cNvPr>
          <p:cNvSpPr txBox="1">
            <a:spLocks/>
          </p:cNvSpPr>
          <p:nvPr/>
        </p:nvSpPr>
        <p:spPr>
          <a:xfrm>
            <a:off x="439642" y="337100"/>
            <a:ext cx="8096992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24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r>
              <a:rPr lang="pt-BR"/>
              <a:t>Profissionais e Trilhas de estudo</a:t>
            </a:r>
          </a:p>
        </p:txBody>
      </p:sp>
    </p:spTree>
    <p:extLst>
      <p:ext uri="{BB962C8B-B14F-4D97-AF65-F5344CB8AC3E}">
        <p14:creationId xmlns:p14="http://schemas.microsoft.com/office/powerpoint/2010/main" val="2766388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>
          <a:extLst>
            <a:ext uri="{FF2B5EF4-FFF2-40B4-BE49-F238E27FC236}">
              <a16:creationId xmlns:a16="http://schemas.microsoft.com/office/drawing/2014/main" id="{2AB15D5D-F48F-8BAF-EB6A-99CACB91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81;p64">
            <a:extLst>
              <a:ext uri="{FF2B5EF4-FFF2-40B4-BE49-F238E27FC236}">
                <a16:creationId xmlns:a16="http://schemas.microsoft.com/office/drawing/2014/main" id="{08EBCDEB-F29A-191A-C4F6-807D6C984491}"/>
              </a:ext>
            </a:extLst>
          </p:cNvPr>
          <p:cNvSpPr txBox="1">
            <a:spLocks/>
          </p:cNvSpPr>
          <p:nvPr/>
        </p:nvSpPr>
        <p:spPr>
          <a:xfrm rot="237">
            <a:off x="7549566" y="3192549"/>
            <a:ext cx="3412349" cy="4409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600"/>
              </a:spcAft>
              <a:buClr>
                <a:schemeClr val="dk1"/>
              </a:buClr>
              <a:buSzPts val="1100"/>
            </a:pPr>
            <a:r>
              <a:rPr lang="pt-BR" sz="2000" kern="0">
                <a:solidFill>
                  <a:schemeClr val="tx1"/>
                </a:solidFill>
              </a:rPr>
              <a:t>zarapdesouza@gmail.com</a:t>
            </a:r>
          </a:p>
        </p:txBody>
      </p:sp>
      <p:sp>
        <p:nvSpPr>
          <p:cNvPr id="3" name="Google Shape;2482;p64">
            <a:extLst>
              <a:ext uri="{FF2B5EF4-FFF2-40B4-BE49-F238E27FC236}">
                <a16:creationId xmlns:a16="http://schemas.microsoft.com/office/drawing/2014/main" id="{136B32F5-2B0D-5935-FEF1-1ADC1FBF8322}"/>
              </a:ext>
            </a:extLst>
          </p:cNvPr>
          <p:cNvSpPr txBox="1">
            <a:spLocks/>
          </p:cNvSpPr>
          <p:nvPr/>
        </p:nvSpPr>
        <p:spPr>
          <a:xfrm>
            <a:off x="6730816" y="1945990"/>
            <a:ext cx="4360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pt-BR" sz="7200" kern="0">
                <a:solidFill>
                  <a:schemeClr val="tx1"/>
                </a:solidFill>
              </a:rPr>
              <a:t>Obrigada!</a:t>
            </a:r>
          </a:p>
        </p:txBody>
      </p:sp>
      <p:pic>
        <p:nvPicPr>
          <p:cNvPr id="4" name="Picture 2" descr="Email png | PNGWing">
            <a:extLst>
              <a:ext uri="{FF2B5EF4-FFF2-40B4-BE49-F238E27FC236}">
                <a16:creationId xmlns:a16="http://schemas.microsoft.com/office/drawing/2014/main" id="{3C87E9C9-4C85-A7CF-963B-F7704A83D5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622" t="9919" r="18432" b="8538"/>
          <a:stretch>
            <a:fillRect/>
          </a:stretch>
        </p:blipFill>
        <p:spPr bwMode="auto">
          <a:xfrm>
            <a:off x="7013544" y="3308542"/>
            <a:ext cx="450909" cy="325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481;p64">
            <a:extLst>
              <a:ext uri="{FF2B5EF4-FFF2-40B4-BE49-F238E27FC236}">
                <a16:creationId xmlns:a16="http://schemas.microsoft.com/office/drawing/2014/main" id="{1A9EA568-A61F-AA8A-9796-797F895ED08C}"/>
              </a:ext>
            </a:extLst>
          </p:cNvPr>
          <p:cNvSpPr txBox="1">
            <a:spLocks/>
          </p:cNvSpPr>
          <p:nvPr/>
        </p:nvSpPr>
        <p:spPr>
          <a:xfrm rot="237">
            <a:off x="7549568" y="3810991"/>
            <a:ext cx="3614452" cy="44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l">
              <a:spcAft>
                <a:spcPts val="1600"/>
              </a:spcAft>
              <a:buSzPts val="1100"/>
            </a:pPr>
            <a:r>
              <a:rPr lang="pt-BR" sz="2000">
                <a:solidFill>
                  <a:schemeClr val="tx1"/>
                </a:solidFill>
              </a:rPr>
              <a:t>linkedin.com/in/</a:t>
            </a:r>
            <a:r>
              <a:rPr lang="pt-BR" sz="2000" err="1">
                <a:solidFill>
                  <a:schemeClr val="tx1"/>
                </a:solidFill>
              </a:rPr>
              <a:t>zaradesouza</a:t>
            </a:r>
            <a:r>
              <a:rPr lang="pt-BR" sz="2000">
                <a:solidFill>
                  <a:schemeClr val="tx1"/>
                </a:solidFill>
              </a:rPr>
              <a:t>/</a:t>
            </a:r>
          </a:p>
        </p:txBody>
      </p:sp>
      <p:pic>
        <p:nvPicPr>
          <p:cNvPr id="6" name="Picture 4" descr="png do logotipo do linkedin, png transparente do ícone do linkedin 18930480  PNG">
            <a:extLst>
              <a:ext uri="{FF2B5EF4-FFF2-40B4-BE49-F238E27FC236}">
                <a16:creationId xmlns:a16="http://schemas.microsoft.com/office/drawing/2014/main" id="{1EF33F11-BABC-DE61-7523-EB6AE394C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083" y="3640212"/>
            <a:ext cx="845833" cy="84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481;p64">
            <a:extLst>
              <a:ext uri="{FF2B5EF4-FFF2-40B4-BE49-F238E27FC236}">
                <a16:creationId xmlns:a16="http://schemas.microsoft.com/office/drawing/2014/main" id="{E245B5B1-67AE-46E9-9CD5-0CDF0D63ECAD}"/>
              </a:ext>
            </a:extLst>
          </p:cNvPr>
          <p:cNvSpPr txBox="1">
            <a:spLocks/>
          </p:cNvSpPr>
          <p:nvPr/>
        </p:nvSpPr>
        <p:spPr>
          <a:xfrm rot="237">
            <a:off x="7549565" y="4442912"/>
            <a:ext cx="3614452" cy="44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6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l">
              <a:spcAft>
                <a:spcPts val="1600"/>
              </a:spcAft>
              <a:buSzPts val="1100"/>
            </a:pPr>
            <a:r>
              <a:rPr lang="pt-BR" sz="2000">
                <a:solidFill>
                  <a:schemeClr val="tx1"/>
                </a:solidFill>
              </a:rPr>
              <a:t>github.com/</a:t>
            </a:r>
            <a:r>
              <a:rPr lang="pt-BR" sz="2000" err="1">
                <a:solidFill>
                  <a:schemeClr val="tx1"/>
                </a:solidFill>
              </a:rPr>
              <a:t>zaradesouza</a:t>
            </a:r>
            <a:endParaRPr lang="pt-BR" sz="2000">
              <a:solidFill>
                <a:schemeClr val="tx1"/>
              </a:solidFill>
            </a:endParaRPr>
          </a:p>
        </p:txBody>
      </p:sp>
      <p:pic>
        <p:nvPicPr>
          <p:cNvPr id="8" name="Picture 8" descr="Logotipo do github - ícones de mídia social grátis">
            <a:extLst>
              <a:ext uri="{FF2B5EF4-FFF2-40B4-BE49-F238E27FC236}">
                <a16:creationId xmlns:a16="http://schemas.microsoft.com/office/drawing/2014/main" id="{1F468325-FE02-36ED-0B67-9AC8D63F5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897" y="4472840"/>
            <a:ext cx="480204" cy="48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33DE5A5-2933-D1AB-B9EB-AC0C263176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837" y="4208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73824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Company by Slidesgo">
  <a:themeElements>
    <a:clrScheme name="Simple Light">
      <a:dk1>
        <a:srgbClr val="FFFFFF"/>
      </a:dk1>
      <a:lt1>
        <a:srgbClr val="082F31"/>
      </a:lt1>
      <a:dk2>
        <a:srgbClr val="58C0B1"/>
      </a:dk2>
      <a:lt2>
        <a:srgbClr val="B1FCF1"/>
      </a:lt2>
      <a:accent1>
        <a:srgbClr val="DB4E2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1766</Words>
  <Application>Microsoft Office PowerPoint</Application>
  <PresentationFormat>Widescreen</PresentationFormat>
  <Paragraphs>235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Aptos</vt:lpstr>
      <vt:lpstr>Arial</vt:lpstr>
      <vt:lpstr>Fira Sans</vt:lpstr>
      <vt:lpstr>Fira Sans Light</vt:lpstr>
      <vt:lpstr>Rajdhani</vt:lpstr>
      <vt:lpstr>Raleway</vt:lpstr>
      <vt:lpstr>AI Tech Company by Slidesgo</vt:lpstr>
      <vt:lpstr>Inteligência Artificial para Dados Políticos e Sociais: Possibilidades, Ferramentas e Rotas de Análise.</vt:lpstr>
      <vt:lpstr>PROGRAMAÇÃO</vt:lpstr>
      <vt:lpstr>RODADA DE APRESENTAÇÃO</vt:lpstr>
      <vt:lpstr>Introdução à Inteligência Artificial De que IA estamos falando?</vt:lpstr>
      <vt:lpstr>Introdução à Inteligência Artificial O que é IA?</vt:lpstr>
      <vt:lpstr>Apresentação do PowerPoint</vt:lpstr>
      <vt:lpstr>O que é PLN  Processamento de Linguagem Natural</vt:lpstr>
      <vt:lpstr>Apresentação do PowerPoint</vt:lpstr>
      <vt:lpstr>Apresentação do PowerPoint</vt:lpstr>
      <vt:lpstr>Apresentação do PowerPoint</vt:lpstr>
      <vt:lpstr>Apresentação do PowerPoint</vt:lpstr>
      <vt:lpstr>Por que importa na Ciência Política</vt:lpstr>
      <vt:lpstr>Caso Prático Monitoramento do Legislativo da ONG Elas No Poder</vt:lpstr>
      <vt:lpstr>Arquitetura do Projeto Monitoramento do Legislativo da ONG Elas No Poder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Zara de Souza</dc:creator>
  <cp:lastModifiedBy>Zara de Souza</cp:lastModifiedBy>
  <cp:revision>1</cp:revision>
  <dcterms:created xsi:type="dcterms:W3CDTF">2025-11-11T18:08:44Z</dcterms:created>
  <dcterms:modified xsi:type="dcterms:W3CDTF">2025-11-12T18:18:00Z</dcterms:modified>
</cp:coreProperties>
</file>